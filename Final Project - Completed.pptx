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359" r:id="rId5"/>
    <p:sldId id="375" r:id="rId6"/>
    <p:sldId id="376" r:id="rId7"/>
    <p:sldId id="377" r:id="rId8"/>
    <p:sldId id="267" r:id="rId9"/>
    <p:sldId id="299" r:id="rId10"/>
    <p:sldId id="354" r:id="rId11"/>
    <p:sldId id="345" r:id="rId12"/>
    <p:sldId id="351" r:id="rId13"/>
    <p:sldId id="358" r:id="rId14"/>
    <p:sldId id="343" r:id="rId15"/>
    <p:sldId id="344" r:id="rId16"/>
    <p:sldId id="347" r:id="rId17"/>
    <p:sldId id="348" r:id="rId18"/>
    <p:sldId id="361" r:id="rId19"/>
    <p:sldId id="356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38020"/>
    <a:srgbClr val="E1EFD8"/>
    <a:srgbClr val="FAE4D5"/>
    <a:srgbClr val="3366FF"/>
    <a:srgbClr val="811E42"/>
    <a:srgbClr val="3A4171"/>
    <a:srgbClr val="4B5DA9"/>
    <a:srgbClr val="0080A8"/>
    <a:srgbClr val="25B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931f08710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8" name="Google Shape;28;g2931f0871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13717b573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85" name="Google Shape;185;g2613717b57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3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13717b573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85" name="Google Shape;185;g2613717b57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0" name="Google Shape;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3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:notes"/>
          <p:cNvSpPr txBox="1">
            <a:spLocks noGrp="1"/>
          </p:cNvSpPr>
          <p:nvPr>
            <p:ph type="body" idx="1"/>
          </p:nvPr>
        </p:nvSpPr>
        <p:spPr>
          <a:xfrm>
            <a:off x="1463675" y="3960813"/>
            <a:ext cx="11703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42" name="Google Shape;4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945" y="6110654"/>
            <a:ext cx="1306911" cy="653456"/>
          </a:xfrm>
          <a:prstGeom prst="rect">
            <a:avLst/>
          </a:prstGeom>
        </p:spPr>
      </p:pic>
      <p:sp>
        <p:nvSpPr>
          <p:cNvPr id="3" name="Google Shape;20;p3"/>
          <p:cNvSpPr txBox="1"/>
          <p:nvPr userDrawn="1"/>
        </p:nvSpPr>
        <p:spPr>
          <a:xfrm>
            <a:off x="11130436" y="6300477"/>
            <a:ext cx="68927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fld>
            <a:r>
              <a:rPr lang="en-US" sz="1200" b="0" i="0" u="none" strike="noStrike" cap="none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endParaRPr lang="en-US" sz="1200" b="0" i="0" u="none" strike="noStrike" cap="none">
              <a:solidFill>
                <a:srgbClr val="BFBFBF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" name="Google Shape;22;p3"/>
          <p:cNvSpPr txBox="1"/>
          <p:nvPr userDrawn="1"/>
        </p:nvSpPr>
        <p:spPr>
          <a:xfrm>
            <a:off x="1496856" y="6421122"/>
            <a:ext cx="5463011" cy="2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Copyright © </a:t>
            </a:r>
            <a:r>
              <a:rPr lang="en-US" sz="1000" b="0" i="0" u="none" strike="noStrike" cap="none" dirty="0" err="1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AiSPRY</a:t>
            </a:r>
            <a:r>
              <a:rPr lang="en-US" sz="1000" b="0" i="0" u="none" strike="noStrike" cap="none" dirty="0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. All rights reserved. </a:t>
            </a:r>
            <a:endParaRPr sz="1000" b="0" i="0" u="none" strike="noStrike" cap="none" dirty="0">
              <a:solidFill>
                <a:srgbClr val="BFBFBF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Content 1">
  <p:cSld name="Title and Content 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5"/>
          <p:cNvSpPr txBox="1">
            <a:spLocks noGrp="1"/>
          </p:cNvSpPr>
          <p:nvPr>
            <p:ph type="title"/>
          </p:nvPr>
        </p:nvSpPr>
        <p:spPr>
          <a:xfrm>
            <a:off x="475555" y="344086"/>
            <a:ext cx="114174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>
                <a:solidFill>
                  <a:srgbClr val="0070C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56;p4"/>
          <p:cNvSpPr/>
          <p:nvPr userDrawn="1"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945" y="6110654"/>
            <a:ext cx="1306911" cy="653456"/>
          </a:xfrm>
          <a:prstGeom prst="rect">
            <a:avLst/>
          </a:prstGeom>
        </p:spPr>
      </p:pic>
      <p:sp>
        <p:nvSpPr>
          <p:cNvPr id="5" name="Google Shape;20;p3"/>
          <p:cNvSpPr txBox="1"/>
          <p:nvPr userDrawn="1"/>
        </p:nvSpPr>
        <p:spPr>
          <a:xfrm>
            <a:off x="11130436" y="6300477"/>
            <a:ext cx="68927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fld>
            <a:r>
              <a:rPr lang="en-US" sz="1200" b="0" i="0" u="none" strike="noStrike" cap="none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endParaRPr lang="en-US" sz="1200" b="0" i="0" u="none" strike="noStrike" cap="none">
              <a:solidFill>
                <a:srgbClr val="BFBFBF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" name="Google Shape;22;p3"/>
          <p:cNvSpPr txBox="1"/>
          <p:nvPr userDrawn="1"/>
        </p:nvSpPr>
        <p:spPr>
          <a:xfrm>
            <a:off x="1496856" y="6421122"/>
            <a:ext cx="5463011" cy="2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Copyright © </a:t>
            </a:r>
            <a:r>
              <a:rPr lang="en-US" sz="1000" b="0" i="0" u="none" strike="noStrike" cap="none" dirty="0" err="1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AiSPRY</a:t>
            </a:r>
            <a:r>
              <a:rPr lang="en-US" sz="1000" b="0" i="0" u="none" strike="noStrike" cap="none" dirty="0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. All rights reserved. </a:t>
            </a:r>
            <a:endParaRPr sz="1000" b="0" i="0" u="none" strike="noStrike" cap="none" dirty="0">
              <a:solidFill>
                <a:srgbClr val="BFBFBF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sz="half" idx="11"/>
          </p:nvPr>
        </p:nvSpPr>
        <p:spPr>
          <a:xfrm>
            <a:off x="460696" y="1131359"/>
            <a:ext cx="11174834" cy="47157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69875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5085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720725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9017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945" y="6110654"/>
            <a:ext cx="1306911" cy="653456"/>
          </a:xfrm>
          <a:prstGeom prst="rect">
            <a:avLst/>
          </a:prstGeom>
        </p:spPr>
      </p:pic>
      <p:sp>
        <p:nvSpPr>
          <p:cNvPr id="14" name="Google Shape;20;p3"/>
          <p:cNvSpPr txBox="1"/>
          <p:nvPr userDrawn="1"/>
        </p:nvSpPr>
        <p:spPr>
          <a:xfrm>
            <a:off x="11130436" y="6300477"/>
            <a:ext cx="689279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fld>
            <a:r>
              <a:rPr lang="en-US" sz="1200" b="0" i="0" u="none" strike="noStrike" cap="none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endParaRPr lang="en-US" sz="1200" b="0" i="0" u="none" strike="noStrike" cap="none">
              <a:solidFill>
                <a:srgbClr val="BFBFBF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5" name="Google Shape;22;p3"/>
          <p:cNvSpPr txBox="1"/>
          <p:nvPr userDrawn="1"/>
        </p:nvSpPr>
        <p:spPr>
          <a:xfrm>
            <a:off x="1496856" y="6421122"/>
            <a:ext cx="5463011" cy="25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Copyright © </a:t>
            </a:r>
            <a:r>
              <a:rPr lang="en-US" sz="1000" b="0" i="0" u="none" strike="noStrike" cap="none" dirty="0" err="1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AiSPRY</a:t>
            </a:r>
            <a:r>
              <a:rPr lang="en-US" sz="1000" b="0" i="0" u="none" strike="noStrike" cap="none" dirty="0">
                <a:solidFill>
                  <a:srgbClr val="BFBFB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. All rights reserved. </a:t>
            </a:r>
            <a:endParaRPr sz="1000" b="0" i="0" u="none" strike="noStrike" cap="none" dirty="0">
              <a:solidFill>
                <a:srgbClr val="BFBFBF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2" name="Google Shape;21;p85"/>
          <p:cNvSpPr txBox="1">
            <a:spLocks noGrp="1"/>
          </p:cNvSpPr>
          <p:nvPr>
            <p:ph type="title"/>
          </p:nvPr>
        </p:nvSpPr>
        <p:spPr>
          <a:xfrm>
            <a:off x="475555" y="344086"/>
            <a:ext cx="114174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>
                <a:solidFill>
                  <a:srgbClr val="0070C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56;p4"/>
          <p:cNvSpPr/>
          <p:nvPr userDrawn="1"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Content 1">
  <p:cSld name="1_Title and Content 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../Library/Containers/com.kingsoft.wpsoffice.mac.global/Data/Downloads/Research%20Tracker%20Template%20-%20Completed.xlsx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7.png"/><Relationship Id="rId7" Type="http://schemas.openxmlformats.org/officeDocument/2006/relationships/image" Target="../media/image16.jpe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8.png"/><Relationship Id="rId10" Type="http://schemas.openxmlformats.org/officeDocument/2006/relationships/hyperlink" Target="https://www.linkedin.com/company/aispry/" TargetMode="External"/><Relationship Id="rId1" Type="http://schemas.openxmlformats.org/officeDocument/2006/relationships/hyperlink" Target="https://www.linkedin.com/company/360-digitm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bot touching a screen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Google Shape;31;g2931f08710a_0_0"/>
          <p:cNvSpPr txBox="1"/>
          <p:nvPr/>
        </p:nvSpPr>
        <p:spPr>
          <a:xfrm>
            <a:off x="990550" y="2888731"/>
            <a:ext cx="4902300" cy="578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indent="0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Bold" panose="020B0604020202020204" charset="0"/>
                <a:cs typeface="Arial Bold" panose="020B0604020202020204" charset="0"/>
              </a:rPr>
              <a:t>Data Science-Based Prediction of Embryo Quality for Fertility Outcomes</a:t>
            </a:r>
            <a:endParaRPr lang="en-US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32" name="Google Shape;32;g2931f08710a_0_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91244" y="389002"/>
            <a:ext cx="2417913" cy="1208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96265" y="834073"/>
            <a:ext cx="11209020" cy="41541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  <a:t>The client is an IVF and ART clinic focused on improving embryo implantation success rates.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</a:b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  <a:sym typeface="Barlow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  <a:t>Current challenge: Manual embryo grading is 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  <a:t>subjective, time-consuming, and labor-intensive.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</a:b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  <a:sym typeface="Barlow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  <a:t>Goal: Adopt a data-driven, AI-based solution to assess embryo quality objectively.</a:t>
            </a:r>
            <a:b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</a:b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  <a:sym typeface="Barlow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  <a:sym typeface="Barlow"/>
              </a:rPr>
              <a:t>Solution: Use deep learning (CNN) to automate image classification, reduce human bias, and enhance fertility outcomes.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  <a:sym typeface="Barlow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87350" y="344016"/>
            <a:ext cx="11417400" cy="507740"/>
          </a:xfrm>
        </p:spPr>
        <p:txBody>
          <a:bodyPr/>
          <a:lstStyle/>
          <a:p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Barlow"/>
              </a:rPr>
              <a:t>Customer Overview</a:t>
            </a:r>
            <a:endParaRPr lang="en-US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Barlo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  <p:bldP spid="2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90" y="345156"/>
            <a:ext cx="11417400" cy="505460"/>
          </a:xfrm>
        </p:spPr>
        <p:txBody>
          <a:bodyPr/>
          <a:p>
            <a:r>
              <a:rPr lang="en-US"/>
              <a:t>Embryo Day 3 &amp; 4(Images)</a:t>
            </a:r>
            <a:endParaRPr lang="en-US"/>
          </a:p>
        </p:txBody>
      </p:sp>
      <p:pic>
        <p:nvPicPr>
          <p:cNvPr id="3" name="Picture 2" descr="Healthy and not healthy embryo Day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415" y="992505"/>
            <a:ext cx="3010535" cy="5213985"/>
          </a:xfrm>
          <a:prstGeom prst="rect">
            <a:avLst/>
          </a:prstGeom>
        </p:spPr>
      </p:pic>
      <p:pic>
        <p:nvPicPr>
          <p:cNvPr id="4" name="Picture 3" descr="Screenshot 2025-10-25 at 9.25.55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095" y="1622425"/>
            <a:ext cx="4700270" cy="3954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555" y="345156"/>
            <a:ext cx="11417400" cy="505460"/>
          </a:xfrm>
        </p:spPr>
        <p:txBody>
          <a:bodyPr/>
          <a:p>
            <a:r>
              <a:rPr lang="en-US"/>
              <a:t>Embryo Classification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66750" y="1204595"/>
            <a:ext cx="83985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indent="0">
              <a:buFont typeface="Arial" panose="020B0604020202020204" pitchFamily="34" charset="0"/>
              <a:buNone/>
            </a:pPr>
            <a:r>
              <a:rPr lang="en-US" sz="2800">
                <a:solidFill>
                  <a:schemeClr val="tx1"/>
                </a:solidFill>
              </a:rPr>
              <a:t>Pre-trained models for Embryo Image Classification: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15645" y="1774825"/>
            <a:ext cx="103993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1. ResNet50 - Baseline pre-trained model with deep residual connections</a:t>
            </a: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2. EfficientNet - Scalable, high-performing architecture for transfer learning</a:t>
            </a:r>
            <a:endParaRPr lang="en-US" sz="2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3. MobileNet - Lightweight and optimized for real-time or mobile deployment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555" y="345156"/>
            <a:ext cx="11417400" cy="505460"/>
          </a:xfrm>
        </p:spPr>
        <p:txBody>
          <a:bodyPr/>
          <a:p>
            <a:r>
              <a:rPr lang="en-US"/>
              <a:t>Which of the pre-trained model effective?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22300" y="1270000"/>
            <a:ext cx="9929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000"/>
              <a:t>EfficientNet is generally the best pre-trained model for embryo image classification.</a:t>
            </a:r>
            <a:endParaRPr 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622300" y="1938020"/>
            <a:ext cx="17297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Because:</a:t>
            </a:r>
            <a:endParaRPr lang="en-US" sz="2000"/>
          </a:p>
        </p:txBody>
      </p:sp>
      <p:sp>
        <p:nvSpPr>
          <p:cNvPr id="6" name="Text Box 5"/>
          <p:cNvSpPr txBox="1"/>
          <p:nvPr/>
        </p:nvSpPr>
        <p:spPr>
          <a:xfrm>
            <a:off x="622935" y="2443480"/>
            <a:ext cx="1063625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/>
              <a:t>EfficientNet balances accuracy and computational efficiency better than most CNNs.</a:t>
            </a:r>
            <a:endParaRPr 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/>
              <a:t>It has been widely used in medical imaging (retinal scans, ultrasound, embryo viability, etc.).</a:t>
            </a:r>
            <a:endParaRPr 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/>
              <a:t>Its compound scaling (width, depth, resolution) helps it generalize better to subtle biological image differences.</a:t>
            </a:r>
            <a:endParaRPr lang="en-US" sz="20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/>
              <a:t>In embryo classification studies, EfficientNet often achieves the highest F1-score and accuracy compared to other CNNs.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2;p11"/>
          <p:cNvSpPr txBox="1"/>
          <p:nvPr/>
        </p:nvSpPr>
        <p:spPr>
          <a:xfrm>
            <a:off x="1562735" y="1793240"/>
            <a:ext cx="4328795" cy="1263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High Level Solution: Implement a deep learning–based system using Convolutional Neural Networks (CNNs) to automatically classify embryo images by quality.</a:t>
            </a:r>
            <a:endParaRPr lang="en-US" dirty="0">
              <a:solidFill>
                <a:schemeClr val="tx1"/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62467" y="1345171"/>
            <a:ext cx="431939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Barlow"/>
              </a:rPr>
              <a:t>Business Problem</a:t>
            </a:r>
            <a:endParaRPr lang="en-US" sz="20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Barlow"/>
            </a:endParaRPr>
          </a:p>
        </p:txBody>
      </p:sp>
      <p:sp>
        <p:nvSpPr>
          <p:cNvPr id="7" name="Google Shape;312;p11"/>
          <p:cNvSpPr txBox="1"/>
          <p:nvPr/>
        </p:nvSpPr>
        <p:spPr>
          <a:xfrm>
            <a:off x="1562735" y="3527425"/>
            <a:ext cx="4203065" cy="48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>
              <a:spcAft>
                <a:spcPts val="400"/>
              </a:spcAft>
            </a:pPr>
            <a:r>
              <a:rPr lang="en-US" dirty="0">
                <a:solidFill>
                  <a:schemeClr val="tx1"/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Maximize the success rate of ART Procedures.</a:t>
            </a:r>
            <a:endParaRPr lang="en-US" dirty="0">
              <a:solidFill>
                <a:schemeClr val="tx1"/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2467" y="3091641"/>
            <a:ext cx="44975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i="0" u="none" strike="noStrike" cap="none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Barlow"/>
              </a:rPr>
              <a:t>Objectives</a:t>
            </a:r>
            <a:endParaRPr lang="en-US" sz="2000" i="0" u="none" strike="noStrike" cap="none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Barlo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2467" y="4700472"/>
            <a:ext cx="4497586" cy="3987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i="0" u="none" strike="noStrike" cap="none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Barlow"/>
              </a:rPr>
              <a:t>Constraints</a:t>
            </a:r>
            <a:endParaRPr lang="en-US" sz="2000" i="0" u="none" strike="noStrike" cap="none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Barlow"/>
            </a:endParaRPr>
          </a:p>
        </p:txBody>
      </p:sp>
      <p:pic>
        <p:nvPicPr>
          <p:cNvPr id="11" name="Picture 10" descr="A blue and white triangle with a exclamation mark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895" y="1360343"/>
            <a:ext cx="977394" cy="898572"/>
          </a:xfrm>
          <a:prstGeom prst="rect">
            <a:avLst/>
          </a:prstGeom>
        </p:spPr>
      </p:pic>
      <p:pic>
        <p:nvPicPr>
          <p:cNvPr id="12" name="Picture 11" descr="A blue and black target with a arrow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5" y="3075222"/>
            <a:ext cx="977394" cy="898572"/>
          </a:xfrm>
          <a:prstGeom prst="rect">
            <a:avLst/>
          </a:prstGeom>
        </p:spPr>
      </p:pic>
      <p:pic>
        <p:nvPicPr>
          <p:cNvPr id="13" name="Picture 12" descr="A blue and black gears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57" y="4700482"/>
            <a:ext cx="977394" cy="898572"/>
          </a:xfrm>
          <a:prstGeom prst="rect">
            <a:avLst/>
          </a:prstGeom>
        </p:spPr>
      </p:pic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87350" y="344016"/>
            <a:ext cx="11417400" cy="507740"/>
          </a:xfrm>
        </p:spPr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Business Understanding</a:t>
            </a:r>
            <a:endParaRPr lang="en-US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Barlow"/>
            </a:endParaRPr>
          </a:p>
        </p:txBody>
      </p:sp>
      <p:sp>
        <p:nvSpPr>
          <p:cNvPr id="22" name="Google Shape;312;p11"/>
          <p:cNvSpPr txBox="1"/>
          <p:nvPr/>
        </p:nvSpPr>
        <p:spPr>
          <a:xfrm>
            <a:off x="7375626" y="1792985"/>
            <a:ext cx="4212051" cy="89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>
              <a:spcAft>
                <a:spcPts val="400"/>
              </a:spcAft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the success rate of ART procedures by atleast 10%</a:t>
            </a: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75626" y="1345171"/>
            <a:ext cx="420278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Barlow"/>
              </a:rPr>
              <a:t>Business Success Criteria</a:t>
            </a:r>
            <a:endParaRPr lang="en-US" sz="20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Barlow"/>
            </a:endParaRPr>
          </a:p>
        </p:txBody>
      </p:sp>
      <p:pic>
        <p:nvPicPr>
          <p:cNvPr id="35" name="Picture 34" descr="A blue line drawing of a money bag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555" y="3092027"/>
            <a:ext cx="979200" cy="979200"/>
          </a:xfrm>
          <a:prstGeom prst="rect">
            <a:avLst/>
          </a:prstGeom>
        </p:spPr>
      </p:pic>
      <p:pic>
        <p:nvPicPr>
          <p:cNvPr id="38" name="Picture 37" descr="A blue line drawing of hands shaking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295" y="1279657"/>
            <a:ext cx="979200" cy="9792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05940" y="5238115"/>
            <a:ext cx="2346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tx1"/>
                </a:solidFill>
              </a:rPr>
              <a:t>Minimize the treatment cost.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327265" y="3075305"/>
            <a:ext cx="35521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Barlow"/>
              </a:rPr>
              <a:t>Economic Success Criteria</a:t>
            </a:r>
            <a:endParaRPr lang="en-US" sz="2000"/>
          </a:p>
        </p:txBody>
      </p:sp>
      <p:sp>
        <p:nvSpPr>
          <p:cNvPr id="17" name="Text Box 16"/>
          <p:cNvSpPr txBox="1"/>
          <p:nvPr/>
        </p:nvSpPr>
        <p:spPr>
          <a:xfrm>
            <a:off x="7374890" y="3633470"/>
            <a:ext cx="45954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tx1"/>
                </a:solidFill>
              </a:rPr>
              <a:t>Achieve a cost saving of atleast 25% by reducing the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expenditure on working with embryos of lower grading.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7946025" y="5401803"/>
            <a:ext cx="461416" cy="333856"/>
            <a:chOff x="7946025" y="5401803"/>
            <a:chExt cx="461416" cy="333856"/>
          </a:xfrm>
        </p:grpSpPr>
        <p:sp>
          <p:nvSpPr>
            <p:cNvPr id="36" name="Freeform 39"/>
            <p:cNvSpPr/>
            <p:nvPr/>
          </p:nvSpPr>
          <p:spPr bwMode="auto">
            <a:xfrm>
              <a:off x="7958867" y="5545661"/>
              <a:ext cx="433590" cy="189998"/>
            </a:xfrm>
            <a:custGeom>
              <a:avLst/>
              <a:gdLst>
                <a:gd name="T0" fmla="*/ 362 w 362"/>
                <a:gd name="T1" fmla="*/ 0 h 184"/>
                <a:gd name="T2" fmla="*/ 329 w 362"/>
                <a:gd name="T3" fmla="*/ 23 h 184"/>
                <a:gd name="T4" fmla="*/ 292 w 362"/>
                <a:gd name="T5" fmla="*/ 40 h 184"/>
                <a:gd name="T6" fmla="*/ 251 w 362"/>
                <a:gd name="T7" fmla="*/ 52 h 184"/>
                <a:gd name="T8" fmla="*/ 208 w 362"/>
                <a:gd name="T9" fmla="*/ 58 h 184"/>
                <a:gd name="T10" fmla="*/ 204 w 362"/>
                <a:gd name="T11" fmla="*/ 72 h 184"/>
                <a:gd name="T12" fmla="*/ 195 w 362"/>
                <a:gd name="T13" fmla="*/ 82 h 184"/>
                <a:gd name="T14" fmla="*/ 181 w 362"/>
                <a:gd name="T15" fmla="*/ 85 h 184"/>
                <a:gd name="T16" fmla="*/ 168 w 362"/>
                <a:gd name="T17" fmla="*/ 82 h 184"/>
                <a:gd name="T18" fmla="*/ 159 w 362"/>
                <a:gd name="T19" fmla="*/ 72 h 184"/>
                <a:gd name="T20" fmla="*/ 154 w 362"/>
                <a:gd name="T21" fmla="*/ 58 h 184"/>
                <a:gd name="T22" fmla="*/ 112 w 362"/>
                <a:gd name="T23" fmla="*/ 52 h 184"/>
                <a:gd name="T24" fmla="*/ 72 w 362"/>
                <a:gd name="T25" fmla="*/ 40 h 184"/>
                <a:gd name="T26" fmla="*/ 35 w 362"/>
                <a:gd name="T27" fmla="*/ 23 h 184"/>
                <a:gd name="T28" fmla="*/ 1 w 362"/>
                <a:gd name="T29" fmla="*/ 0 h 184"/>
                <a:gd name="T30" fmla="*/ 1 w 362"/>
                <a:gd name="T31" fmla="*/ 30 h 184"/>
                <a:gd name="T32" fmla="*/ 1 w 362"/>
                <a:gd name="T33" fmla="*/ 61 h 184"/>
                <a:gd name="T34" fmla="*/ 0 w 362"/>
                <a:gd name="T35" fmla="*/ 91 h 184"/>
                <a:gd name="T36" fmla="*/ 0 w 362"/>
                <a:gd name="T37" fmla="*/ 120 h 184"/>
                <a:gd name="T38" fmla="*/ 0 w 362"/>
                <a:gd name="T39" fmla="*/ 143 h 184"/>
                <a:gd name="T40" fmla="*/ 0 w 362"/>
                <a:gd name="T41" fmla="*/ 163 h 184"/>
                <a:gd name="T42" fmla="*/ 0 w 362"/>
                <a:gd name="T43" fmla="*/ 175 h 184"/>
                <a:gd name="T44" fmla="*/ 1 w 362"/>
                <a:gd name="T45" fmla="*/ 179 h 184"/>
                <a:gd name="T46" fmla="*/ 3 w 362"/>
                <a:gd name="T47" fmla="*/ 180 h 184"/>
                <a:gd name="T48" fmla="*/ 4 w 362"/>
                <a:gd name="T49" fmla="*/ 183 h 184"/>
                <a:gd name="T50" fmla="*/ 6 w 362"/>
                <a:gd name="T51" fmla="*/ 183 h 184"/>
                <a:gd name="T52" fmla="*/ 7 w 362"/>
                <a:gd name="T53" fmla="*/ 184 h 184"/>
                <a:gd name="T54" fmla="*/ 9 w 362"/>
                <a:gd name="T55" fmla="*/ 184 h 184"/>
                <a:gd name="T56" fmla="*/ 10 w 362"/>
                <a:gd name="T57" fmla="*/ 184 h 184"/>
                <a:gd name="T58" fmla="*/ 23 w 362"/>
                <a:gd name="T59" fmla="*/ 184 h 184"/>
                <a:gd name="T60" fmla="*/ 46 w 362"/>
                <a:gd name="T61" fmla="*/ 184 h 184"/>
                <a:gd name="T62" fmla="*/ 74 w 362"/>
                <a:gd name="T63" fmla="*/ 184 h 184"/>
                <a:gd name="T64" fmla="*/ 106 w 362"/>
                <a:gd name="T65" fmla="*/ 184 h 184"/>
                <a:gd name="T66" fmla="*/ 142 w 362"/>
                <a:gd name="T67" fmla="*/ 184 h 184"/>
                <a:gd name="T68" fmla="*/ 180 w 362"/>
                <a:gd name="T69" fmla="*/ 184 h 184"/>
                <a:gd name="T70" fmla="*/ 217 w 362"/>
                <a:gd name="T71" fmla="*/ 184 h 184"/>
                <a:gd name="T72" fmla="*/ 252 w 362"/>
                <a:gd name="T73" fmla="*/ 184 h 184"/>
                <a:gd name="T74" fmla="*/ 286 w 362"/>
                <a:gd name="T75" fmla="*/ 184 h 184"/>
                <a:gd name="T76" fmla="*/ 315 w 362"/>
                <a:gd name="T77" fmla="*/ 184 h 184"/>
                <a:gd name="T78" fmla="*/ 337 w 362"/>
                <a:gd name="T79" fmla="*/ 184 h 184"/>
                <a:gd name="T80" fmla="*/ 352 w 362"/>
                <a:gd name="T81" fmla="*/ 184 h 184"/>
                <a:gd name="T82" fmla="*/ 356 w 362"/>
                <a:gd name="T83" fmla="*/ 184 h 184"/>
                <a:gd name="T84" fmla="*/ 358 w 362"/>
                <a:gd name="T85" fmla="*/ 183 h 184"/>
                <a:gd name="T86" fmla="*/ 360 w 362"/>
                <a:gd name="T87" fmla="*/ 181 h 184"/>
                <a:gd name="T88" fmla="*/ 361 w 362"/>
                <a:gd name="T89" fmla="*/ 179 h 184"/>
                <a:gd name="T90" fmla="*/ 362 w 362"/>
                <a:gd name="T91" fmla="*/ 178 h 184"/>
                <a:gd name="T92" fmla="*/ 362 w 362"/>
                <a:gd name="T93" fmla="*/ 175 h 184"/>
                <a:gd name="T94" fmla="*/ 362 w 362"/>
                <a:gd name="T95" fmla="*/ 174 h 184"/>
                <a:gd name="T96" fmla="*/ 362 w 362"/>
                <a:gd name="T97" fmla="*/ 174 h 184"/>
                <a:gd name="T98" fmla="*/ 362 w 362"/>
                <a:gd name="T99" fmla="*/ 160 h 184"/>
                <a:gd name="T100" fmla="*/ 362 w 362"/>
                <a:gd name="T101" fmla="*/ 141 h 184"/>
                <a:gd name="T102" fmla="*/ 362 w 362"/>
                <a:gd name="T103" fmla="*/ 116 h 184"/>
                <a:gd name="T104" fmla="*/ 362 w 362"/>
                <a:gd name="T105" fmla="*/ 88 h 184"/>
                <a:gd name="T106" fmla="*/ 362 w 362"/>
                <a:gd name="T107" fmla="*/ 59 h 184"/>
                <a:gd name="T108" fmla="*/ 362 w 362"/>
                <a:gd name="T109" fmla="*/ 30 h 184"/>
                <a:gd name="T110" fmla="*/ 362 w 362"/>
                <a:gd name="T111" fmla="*/ 0 h 184"/>
                <a:gd name="connsiteX0" fmla="*/ 10000 w 10000"/>
                <a:gd name="connsiteY0" fmla="*/ 0 h 10000"/>
                <a:gd name="connsiteX1" fmla="*/ 9088 w 10000"/>
                <a:gd name="connsiteY1" fmla="*/ 1250 h 10000"/>
                <a:gd name="connsiteX2" fmla="*/ 8066 w 10000"/>
                <a:gd name="connsiteY2" fmla="*/ 2174 h 10000"/>
                <a:gd name="connsiteX3" fmla="*/ 6934 w 10000"/>
                <a:gd name="connsiteY3" fmla="*/ 2826 h 10000"/>
                <a:gd name="connsiteX4" fmla="*/ 5746 w 10000"/>
                <a:gd name="connsiteY4" fmla="*/ 3152 h 10000"/>
                <a:gd name="connsiteX5" fmla="*/ 5635 w 10000"/>
                <a:gd name="connsiteY5" fmla="*/ 3913 h 10000"/>
                <a:gd name="connsiteX6" fmla="*/ 5387 w 10000"/>
                <a:gd name="connsiteY6" fmla="*/ 4457 h 10000"/>
                <a:gd name="connsiteX7" fmla="*/ 5000 w 10000"/>
                <a:gd name="connsiteY7" fmla="*/ 4620 h 10000"/>
                <a:gd name="connsiteX8" fmla="*/ 4641 w 10000"/>
                <a:gd name="connsiteY8" fmla="*/ 4457 h 10000"/>
                <a:gd name="connsiteX9" fmla="*/ 4392 w 10000"/>
                <a:gd name="connsiteY9" fmla="*/ 3913 h 10000"/>
                <a:gd name="connsiteX10" fmla="*/ 4254 w 10000"/>
                <a:gd name="connsiteY10" fmla="*/ 3152 h 10000"/>
                <a:gd name="connsiteX11" fmla="*/ 3094 w 10000"/>
                <a:gd name="connsiteY11" fmla="*/ 2826 h 10000"/>
                <a:gd name="connsiteX12" fmla="*/ 1989 w 10000"/>
                <a:gd name="connsiteY12" fmla="*/ 2174 h 10000"/>
                <a:gd name="connsiteX13" fmla="*/ 967 w 10000"/>
                <a:gd name="connsiteY13" fmla="*/ 1250 h 10000"/>
                <a:gd name="connsiteX14" fmla="*/ 28 w 10000"/>
                <a:gd name="connsiteY14" fmla="*/ 0 h 10000"/>
                <a:gd name="connsiteX15" fmla="*/ 28 w 10000"/>
                <a:gd name="connsiteY15" fmla="*/ 3315 h 10000"/>
                <a:gd name="connsiteX16" fmla="*/ 0 w 10000"/>
                <a:gd name="connsiteY16" fmla="*/ 4946 h 10000"/>
                <a:gd name="connsiteX17" fmla="*/ 0 w 10000"/>
                <a:gd name="connsiteY17" fmla="*/ 6522 h 10000"/>
                <a:gd name="connsiteX18" fmla="*/ 0 w 10000"/>
                <a:gd name="connsiteY18" fmla="*/ 7772 h 10000"/>
                <a:gd name="connsiteX19" fmla="*/ 0 w 10000"/>
                <a:gd name="connsiteY19" fmla="*/ 8859 h 10000"/>
                <a:gd name="connsiteX20" fmla="*/ 0 w 10000"/>
                <a:gd name="connsiteY20" fmla="*/ 9511 h 10000"/>
                <a:gd name="connsiteX21" fmla="*/ 28 w 10000"/>
                <a:gd name="connsiteY21" fmla="*/ 9728 h 10000"/>
                <a:gd name="connsiteX22" fmla="*/ 83 w 10000"/>
                <a:gd name="connsiteY22" fmla="*/ 9783 h 10000"/>
                <a:gd name="connsiteX23" fmla="*/ 110 w 10000"/>
                <a:gd name="connsiteY23" fmla="*/ 9946 h 10000"/>
                <a:gd name="connsiteX24" fmla="*/ 166 w 10000"/>
                <a:gd name="connsiteY24" fmla="*/ 9946 h 10000"/>
                <a:gd name="connsiteX25" fmla="*/ 193 w 10000"/>
                <a:gd name="connsiteY25" fmla="*/ 10000 h 10000"/>
                <a:gd name="connsiteX26" fmla="*/ 249 w 10000"/>
                <a:gd name="connsiteY26" fmla="*/ 10000 h 10000"/>
                <a:gd name="connsiteX27" fmla="*/ 276 w 10000"/>
                <a:gd name="connsiteY27" fmla="*/ 10000 h 10000"/>
                <a:gd name="connsiteX28" fmla="*/ 635 w 10000"/>
                <a:gd name="connsiteY28" fmla="*/ 10000 h 10000"/>
                <a:gd name="connsiteX29" fmla="*/ 1271 w 10000"/>
                <a:gd name="connsiteY29" fmla="*/ 10000 h 10000"/>
                <a:gd name="connsiteX30" fmla="*/ 2044 w 10000"/>
                <a:gd name="connsiteY30" fmla="*/ 10000 h 10000"/>
                <a:gd name="connsiteX31" fmla="*/ 2928 w 10000"/>
                <a:gd name="connsiteY31" fmla="*/ 10000 h 10000"/>
                <a:gd name="connsiteX32" fmla="*/ 3923 w 10000"/>
                <a:gd name="connsiteY32" fmla="*/ 10000 h 10000"/>
                <a:gd name="connsiteX33" fmla="*/ 4972 w 10000"/>
                <a:gd name="connsiteY33" fmla="*/ 10000 h 10000"/>
                <a:gd name="connsiteX34" fmla="*/ 5994 w 10000"/>
                <a:gd name="connsiteY34" fmla="*/ 10000 h 10000"/>
                <a:gd name="connsiteX35" fmla="*/ 6961 w 10000"/>
                <a:gd name="connsiteY35" fmla="*/ 10000 h 10000"/>
                <a:gd name="connsiteX36" fmla="*/ 7901 w 10000"/>
                <a:gd name="connsiteY36" fmla="*/ 10000 h 10000"/>
                <a:gd name="connsiteX37" fmla="*/ 8702 w 10000"/>
                <a:gd name="connsiteY37" fmla="*/ 10000 h 10000"/>
                <a:gd name="connsiteX38" fmla="*/ 9309 w 10000"/>
                <a:gd name="connsiteY38" fmla="*/ 10000 h 10000"/>
                <a:gd name="connsiteX39" fmla="*/ 9724 w 10000"/>
                <a:gd name="connsiteY39" fmla="*/ 10000 h 10000"/>
                <a:gd name="connsiteX40" fmla="*/ 9834 w 10000"/>
                <a:gd name="connsiteY40" fmla="*/ 10000 h 10000"/>
                <a:gd name="connsiteX41" fmla="*/ 9890 w 10000"/>
                <a:gd name="connsiteY41" fmla="*/ 9946 h 10000"/>
                <a:gd name="connsiteX42" fmla="*/ 9945 w 10000"/>
                <a:gd name="connsiteY42" fmla="*/ 9837 h 10000"/>
                <a:gd name="connsiteX43" fmla="*/ 9972 w 10000"/>
                <a:gd name="connsiteY43" fmla="*/ 9728 h 10000"/>
                <a:gd name="connsiteX44" fmla="*/ 10000 w 10000"/>
                <a:gd name="connsiteY44" fmla="*/ 9674 h 10000"/>
                <a:gd name="connsiteX45" fmla="*/ 10000 w 10000"/>
                <a:gd name="connsiteY45" fmla="*/ 9511 h 10000"/>
                <a:gd name="connsiteX46" fmla="*/ 10000 w 10000"/>
                <a:gd name="connsiteY46" fmla="*/ 9457 h 10000"/>
                <a:gd name="connsiteX47" fmla="*/ 10000 w 10000"/>
                <a:gd name="connsiteY47" fmla="*/ 9457 h 10000"/>
                <a:gd name="connsiteX48" fmla="*/ 10000 w 10000"/>
                <a:gd name="connsiteY48" fmla="*/ 8696 h 10000"/>
                <a:gd name="connsiteX49" fmla="*/ 10000 w 10000"/>
                <a:gd name="connsiteY49" fmla="*/ 7663 h 10000"/>
                <a:gd name="connsiteX50" fmla="*/ 10000 w 10000"/>
                <a:gd name="connsiteY50" fmla="*/ 6304 h 10000"/>
                <a:gd name="connsiteX51" fmla="*/ 10000 w 10000"/>
                <a:gd name="connsiteY51" fmla="*/ 4783 h 10000"/>
                <a:gd name="connsiteX52" fmla="*/ 10000 w 10000"/>
                <a:gd name="connsiteY52" fmla="*/ 3207 h 10000"/>
                <a:gd name="connsiteX53" fmla="*/ 10000 w 10000"/>
                <a:gd name="connsiteY53" fmla="*/ 1630 h 10000"/>
                <a:gd name="connsiteX54" fmla="*/ 10000 w 10000"/>
                <a:gd name="connsiteY54" fmla="*/ 0 h 10000"/>
                <a:gd name="connsiteX0-1" fmla="*/ 10000 w 10000"/>
                <a:gd name="connsiteY0-2" fmla="*/ 0 h 10000"/>
                <a:gd name="connsiteX1-3" fmla="*/ 9088 w 10000"/>
                <a:gd name="connsiteY1-4" fmla="*/ 1250 h 10000"/>
                <a:gd name="connsiteX2-5" fmla="*/ 8066 w 10000"/>
                <a:gd name="connsiteY2-6" fmla="*/ 2174 h 10000"/>
                <a:gd name="connsiteX3-7" fmla="*/ 6934 w 10000"/>
                <a:gd name="connsiteY3-8" fmla="*/ 2826 h 10000"/>
                <a:gd name="connsiteX4-9" fmla="*/ 5746 w 10000"/>
                <a:gd name="connsiteY4-10" fmla="*/ 3152 h 10000"/>
                <a:gd name="connsiteX5-11" fmla="*/ 5635 w 10000"/>
                <a:gd name="connsiteY5-12" fmla="*/ 3913 h 10000"/>
                <a:gd name="connsiteX6-13" fmla="*/ 5387 w 10000"/>
                <a:gd name="connsiteY6-14" fmla="*/ 4457 h 10000"/>
                <a:gd name="connsiteX7-15" fmla="*/ 5000 w 10000"/>
                <a:gd name="connsiteY7-16" fmla="*/ 4620 h 10000"/>
                <a:gd name="connsiteX8-17" fmla="*/ 4641 w 10000"/>
                <a:gd name="connsiteY8-18" fmla="*/ 4457 h 10000"/>
                <a:gd name="connsiteX9-19" fmla="*/ 4392 w 10000"/>
                <a:gd name="connsiteY9-20" fmla="*/ 3913 h 10000"/>
                <a:gd name="connsiteX10-21" fmla="*/ 4254 w 10000"/>
                <a:gd name="connsiteY10-22" fmla="*/ 3152 h 10000"/>
                <a:gd name="connsiteX11-23" fmla="*/ 3094 w 10000"/>
                <a:gd name="connsiteY11-24" fmla="*/ 2826 h 10000"/>
                <a:gd name="connsiteX12-25" fmla="*/ 1989 w 10000"/>
                <a:gd name="connsiteY12-26" fmla="*/ 2174 h 10000"/>
                <a:gd name="connsiteX13-27" fmla="*/ 967 w 10000"/>
                <a:gd name="connsiteY13-28" fmla="*/ 1250 h 10000"/>
                <a:gd name="connsiteX14-29" fmla="*/ 28 w 10000"/>
                <a:gd name="connsiteY14-30" fmla="*/ 0 h 10000"/>
                <a:gd name="connsiteX15-31" fmla="*/ 0 w 10000"/>
                <a:gd name="connsiteY15-32" fmla="*/ 4946 h 10000"/>
                <a:gd name="connsiteX16-33" fmla="*/ 0 w 10000"/>
                <a:gd name="connsiteY16-34" fmla="*/ 6522 h 10000"/>
                <a:gd name="connsiteX17-35" fmla="*/ 0 w 10000"/>
                <a:gd name="connsiteY17-36" fmla="*/ 7772 h 10000"/>
                <a:gd name="connsiteX18-37" fmla="*/ 0 w 10000"/>
                <a:gd name="connsiteY18-38" fmla="*/ 8859 h 10000"/>
                <a:gd name="connsiteX19-39" fmla="*/ 0 w 10000"/>
                <a:gd name="connsiteY19-40" fmla="*/ 9511 h 10000"/>
                <a:gd name="connsiteX20-41" fmla="*/ 28 w 10000"/>
                <a:gd name="connsiteY20-42" fmla="*/ 9728 h 10000"/>
                <a:gd name="connsiteX21-43" fmla="*/ 83 w 10000"/>
                <a:gd name="connsiteY21-44" fmla="*/ 9783 h 10000"/>
                <a:gd name="connsiteX22-45" fmla="*/ 110 w 10000"/>
                <a:gd name="connsiteY22-46" fmla="*/ 9946 h 10000"/>
                <a:gd name="connsiteX23-47" fmla="*/ 166 w 10000"/>
                <a:gd name="connsiteY23-48" fmla="*/ 9946 h 10000"/>
                <a:gd name="connsiteX24-49" fmla="*/ 193 w 10000"/>
                <a:gd name="connsiteY24-50" fmla="*/ 10000 h 10000"/>
                <a:gd name="connsiteX25-51" fmla="*/ 249 w 10000"/>
                <a:gd name="connsiteY25-52" fmla="*/ 10000 h 10000"/>
                <a:gd name="connsiteX26-53" fmla="*/ 276 w 10000"/>
                <a:gd name="connsiteY26-54" fmla="*/ 10000 h 10000"/>
                <a:gd name="connsiteX27-55" fmla="*/ 635 w 10000"/>
                <a:gd name="connsiteY27-56" fmla="*/ 10000 h 10000"/>
                <a:gd name="connsiteX28-57" fmla="*/ 1271 w 10000"/>
                <a:gd name="connsiteY28-58" fmla="*/ 10000 h 10000"/>
                <a:gd name="connsiteX29-59" fmla="*/ 2044 w 10000"/>
                <a:gd name="connsiteY29-60" fmla="*/ 10000 h 10000"/>
                <a:gd name="connsiteX30-61" fmla="*/ 2928 w 10000"/>
                <a:gd name="connsiteY30-62" fmla="*/ 10000 h 10000"/>
                <a:gd name="connsiteX31-63" fmla="*/ 3923 w 10000"/>
                <a:gd name="connsiteY31-64" fmla="*/ 10000 h 10000"/>
                <a:gd name="connsiteX32-65" fmla="*/ 4972 w 10000"/>
                <a:gd name="connsiteY32-66" fmla="*/ 10000 h 10000"/>
                <a:gd name="connsiteX33-67" fmla="*/ 5994 w 10000"/>
                <a:gd name="connsiteY33-68" fmla="*/ 10000 h 10000"/>
                <a:gd name="connsiteX34-69" fmla="*/ 6961 w 10000"/>
                <a:gd name="connsiteY34-70" fmla="*/ 10000 h 10000"/>
                <a:gd name="connsiteX35-71" fmla="*/ 7901 w 10000"/>
                <a:gd name="connsiteY35-72" fmla="*/ 10000 h 10000"/>
                <a:gd name="connsiteX36-73" fmla="*/ 8702 w 10000"/>
                <a:gd name="connsiteY36-74" fmla="*/ 10000 h 10000"/>
                <a:gd name="connsiteX37-75" fmla="*/ 9309 w 10000"/>
                <a:gd name="connsiteY37-76" fmla="*/ 10000 h 10000"/>
                <a:gd name="connsiteX38-77" fmla="*/ 9724 w 10000"/>
                <a:gd name="connsiteY38-78" fmla="*/ 10000 h 10000"/>
                <a:gd name="connsiteX39-79" fmla="*/ 9834 w 10000"/>
                <a:gd name="connsiteY39-80" fmla="*/ 10000 h 10000"/>
                <a:gd name="connsiteX40-81" fmla="*/ 9890 w 10000"/>
                <a:gd name="connsiteY40-82" fmla="*/ 9946 h 10000"/>
                <a:gd name="connsiteX41-83" fmla="*/ 9945 w 10000"/>
                <a:gd name="connsiteY41-84" fmla="*/ 9837 h 10000"/>
                <a:gd name="connsiteX42-85" fmla="*/ 9972 w 10000"/>
                <a:gd name="connsiteY42-86" fmla="*/ 9728 h 10000"/>
                <a:gd name="connsiteX43-87" fmla="*/ 10000 w 10000"/>
                <a:gd name="connsiteY43-88" fmla="*/ 9674 h 10000"/>
                <a:gd name="connsiteX44-89" fmla="*/ 10000 w 10000"/>
                <a:gd name="connsiteY44-90" fmla="*/ 9511 h 10000"/>
                <a:gd name="connsiteX45-91" fmla="*/ 10000 w 10000"/>
                <a:gd name="connsiteY45-92" fmla="*/ 9457 h 10000"/>
                <a:gd name="connsiteX46-93" fmla="*/ 10000 w 10000"/>
                <a:gd name="connsiteY46-94" fmla="*/ 9457 h 10000"/>
                <a:gd name="connsiteX47-95" fmla="*/ 10000 w 10000"/>
                <a:gd name="connsiteY47-96" fmla="*/ 8696 h 10000"/>
                <a:gd name="connsiteX48-97" fmla="*/ 10000 w 10000"/>
                <a:gd name="connsiteY48-98" fmla="*/ 7663 h 10000"/>
                <a:gd name="connsiteX49-99" fmla="*/ 10000 w 10000"/>
                <a:gd name="connsiteY49-100" fmla="*/ 6304 h 10000"/>
                <a:gd name="connsiteX50-101" fmla="*/ 10000 w 10000"/>
                <a:gd name="connsiteY50-102" fmla="*/ 4783 h 10000"/>
                <a:gd name="connsiteX51-103" fmla="*/ 10000 w 10000"/>
                <a:gd name="connsiteY51-104" fmla="*/ 3207 h 10000"/>
                <a:gd name="connsiteX52-105" fmla="*/ 10000 w 10000"/>
                <a:gd name="connsiteY52-106" fmla="*/ 1630 h 10000"/>
                <a:gd name="connsiteX53-107" fmla="*/ 10000 w 10000"/>
                <a:gd name="connsiteY53-108" fmla="*/ 0 h 10000"/>
                <a:gd name="connsiteX0-109" fmla="*/ 10050 w 10050"/>
                <a:gd name="connsiteY0-110" fmla="*/ 0 h 10000"/>
                <a:gd name="connsiteX1-111" fmla="*/ 9138 w 10050"/>
                <a:gd name="connsiteY1-112" fmla="*/ 1250 h 10000"/>
                <a:gd name="connsiteX2-113" fmla="*/ 8116 w 10050"/>
                <a:gd name="connsiteY2-114" fmla="*/ 2174 h 10000"/>
                <a:gd name="connsiteX3-115" fmla="*/ 6984 w 10050"/>
                <a:gd name="connsiteY3-116" fmla="*/ 2826 h 10000"/>
                <a:gd name="connsiteX4-117" fmla="*/ 5796 w 10050"/>
                <a:gd name="connsiteY4-118" fmla="*/ 3152 h 10000"/>
                <a:gd name="connsiteX5-119" fmla="*/ 5685 w 10050"/>
                <a:gd name="connsiteY5-120" fmla="*/ 3913 h 10000"/>
                <a:gd name="connsiteX6-121" fmla="*/ 5437 w 10050"/>
                <a:gd name="connsiteY6-122" fmla="*/ 4457 h 10000"/>
                <a:gd name="connsiteX7-123" fmla="*/ 5050 w 10050"/>
                <a:gd name="connsiteY7-124" fmla="*/ 4620 h 10000"/>
                <a:gd name="connsiteX8-125" fmla="*/ 4691 w 10050"/>
                <a:gd name="connsiteY8-126" fmla="*/ 4457 h 10000"/>
                <a:gd name="connsiteX9-127" fmla="*/ 4442 w 10050"/>
                <a:gd name="connsiteY9-128" fmla="*/ 3913 h 10000"/>
                <a:gd name="connsiteX10-129" fmla="*/ 4304 w 10050"/>
                <a:gd name="connsiteY10-130" fmla="*/ 3152 h 10000"/>
                <a:gd name="connsiteX11-131" fmla="*/ 3144 w 10050"/>
                <a:gd name="connsiteY11-132" fmla="*/ 2826 h 10000"/>
                <a:gd name="connsiteX12-133" fmla="*/ 2039 w 10050"/>
                <a:gd name="connsiteY12-134" fmla="*/ 2174 h 10000"/>
                <a:gd name="connsiteX13-135" fmla="*/ 1017 w 10050"/>
                <a:gd name="connsiteY13-136" fmla="*/ 1250 h 10000"/>
                <a:gd name="connsiteX14-137" fmla="*/ 78 w 10050"/>
                <a:gd name="connsiteY14-138" fmla="*/ 0 h 10000"/>
                <a:gd name="connsiteX15-139" fmla="*/ 50 w 10050"/>
                <a:gd name="connsiteY15-140" fmla="*/ 6522 h 10000"/>
                <a:gd name="connsiteX16-141" fmla="*/ 50 w 10050"/>
                <a:gd name="connsiteY16-142" fmla="*/ 7772 h 10000"/>
                <a:gd name="connsiteX17-143" fmla="*/ 50 w 10050"/>
                <a:gd name="connsiteY17-144" fmla="*/ 8859 h 10000"/>
                <a:gd name="connsiteX18-145" fmla="*/ 50 w 10050"/>
                <a:gd name="connsiteY18-146" fmla="*/ 9511 h 10000"/>
                <a:gd name="connsiteX19-147" fmla="*/ 78 w 10050"/>
                <a:gd name="connsiteY19-148" fmla="*/ 9728 h 10000"/>
                <a:gd name="connsiteX20-149" fmla="*/ 133 w 10050"/>
                <a:gd name="connsiteY20-150" fmla="*/ 9783 h 10000"/>
                <a:gd name="connsiteX21-151" fmla="*/ 160 w 10050"/>
                <a:gd name="connsiteY21-152" fmla="*/ 9946 h 10000"/>
                <a:gd name="connsiteX22-153" fmla="*/ 216 w 10050"/>
                <a:gd name="connsiteY22-154" fmla="*/ 9946 h 10000"/>
                <a:gd name="connsiteX23-155" fmla="*/ 243 w 10050"/>
                <a:gd name="connsiteY23-156" fmla="*/ 10000 h 10000"/>
                <a:gd name="connsiteX24-157" fmla="*/ 299 w 10050"/>
                <a:gd name="connsiteY24-158" fmla="*/ 10000 h 10000"/>
                <a:gd name="connsiteX25-159" fmla="*/ 326 w 10050"/>
                <a:gd name="connsiteY25-160" fmla="*/ 10000 h 10000"/>
                <a:gd name="connsiteX26-161" fmla="*/ 685 w 10050"/>
                <a:gd name="connsiteY26-162" fmla="*/ 10000 h 10000"/>
                <a:gd name="connsiteX27-163" fmla="*/ 1321 w 10050"/>
                <a:gd name="connsiteY27-164" fmla="*/ 10000 h 10000"/>
                <a:gd name="connsiteX28-165" fmla="*/ 2094 w 10050"/>
                <a:gd name="connsiteY28-166" fmla="*/ 10000 h 10000"/>
                <a:gd name="connsiteX29-167" fmla="*/ 2978 w 10050"/>
                <a:gd name="connsiteY29-168" fmla="*/ 10000 h 10000"/>
                <a:gd name="connsiteX30-169" fmla="*/ 3973 w 10050"/>
                <a:gd name="connsiteY30-170" fmla="*/ 10000 h 10000"/>
                <a:gd name="connsiteX31-171" fmla="*/ 5022 w 10050"/>
                <a:gd name="connsiteY31-172" fmla="*/ 10000 h 10000"/>
                <a:gd name="connsiteX32-173" fmla="*/ 6044 w 10050"/>
                <a:gd name="connsiteY32-174" fmla="*/ 10000 h 10000"/>
                <a:gd name="connsiteX33-175" fmla="*/ 7011 w 10050"/>
                <a:gd name="connsiteY33-176" fmla="*/ 10000 h 10000"/>
                <a:gd name="connsiteX34-177" fmla="*/ 7951 w 10050"/>
                <a:gd name="connsiteY34-178" fmla="*/ 10000 h 10000"/>
                <a:gd name="connsiteX35-179" fmla="*/ 8752 w 10050"/>
                <a:gd name="connsiteY35-180" fmla="*/ 10000 h 10000"/>
                <a:gd name="connsiteX36-181" fmla="*/ 9359 w 10050"/>
                <a:gd name="connsiteY36-182" fmla="*/ 10000 h 10000"/>
                <a:gd name="connsiteX37-183" fmla="*/ 9774 w 10050"/>
                <a:gd name="connsiteY37-184" fmla="*/ 10000 h 10000"/>
                <a:gd name="connsiteX38-185" fmla="*/ 9884 w 10050"/>
                <a:gd name="connsiteY38-186" fmla="*/ 10000 h 10000"/>
                <a:gd name="connsiteX39-187" fmla="*/ 9940 w 10050"/>
                <a:gd name="connsiteY39-188" fmla="*/ 9946 h 10000"/>
                <a:gd name="connsiteX40-189" fmla="*/ 9995 w 10050"/>
                <a:gd name="connsiteY40-190" fmla="*/ 9837 h 10000"/>
                <a:gd name="connsiteX41-191" fmla="*/ 10022 w 10050"/>
                <a:gd name="connsiteY41-192" fmla="*/ 9728 h 10000"/>
                <a:gd name="connsiteX42-193" fmla="*/ 10050 w 10050"/>
                <a:gd name="connsiteY42-194" fmla="*/ 9674 h 10000"/>
                <a:gd name="connsiteX43-195" fmla="*/ 10050 w 10050"/>
                <a:gd name="connsiteY43-196" fmla="*/ 9511 h 10000"/>
                <a:gd name="connsiteX44-197" fmla="*/ 10050 w 10050"/>
                <a:gd name="connsiteY44-198" fmla="*/ 9457 h 10000"/>
                <a:gd name="connsiteX45-199" fmla="*/ 10050 w 10050"/>
                <a:gd name="connsiteY45-200" fmla="*/ 9457 h 10000"/>
                <a:gd name="connsiteX46-201" fmla="*/ 10050 w 10050"/>
                <a:gd name="connsiteY46-202" fmla="*/ 8696 h 10000"/>
                <a:gd name="connsiteX47-203" fmla="*/ 10050 w 10050"/>
                <a:gd name="connsiteY47-204" fmla="*/ 7663 h 10000"/>
                <a:gd name="connsiteX48-205" fmla="*/ 10050 w 10050"/>
                <a:gd name="connsiteY48-206" fmla="*/ 6304 h 10000"/>
                <a:gd name="connsiteX49-207" fmla="*/ 10050 w 10050"/>
                <a:gd name="connsiteY49-208" fmla="*/ 4783 h 10000"/>
                <a:gd name="connsiteX50-209" fmla="*/ 10050 w 10050"/>
                <a:gd name="connsiteY50-210" fmla="*/ 3207 h 10000"/>
                <a:gd name="connsiteX51-211" fmla="*/ 10050 w 10050"/>
                <a:gd name="connsiteY51-212" fmla="*/ 1630 h 10000"/>
                <a:gd name="connsiteX52-213" fmla="*/ 10050 w 10050"/>
                <a:gd name="connsiteY52-214" fmla="*/ 0 h 10000"/>
                <a:gd name="connsiteX0-215" fmla="*/ 10050 w 10050"/>
                <a:gd name="connsiteY0-216" fmla="*/ 0 h 10000"/>
                <a:gd name="connsiteX1-217" fmla="*/ 9138 w 10050"/>
                <a:gd name="connsiteY1-218" fmla="*/ 1250 h 10000"/>
                <a:gd name="connsiteX2-219" fmla="*/ 8116 w 10050"/>
                <a:gd name="connsiteY2-220" fmla="*/ 2174 h 10000"/>
                <a:gd name="connsiteX3-221" fmla="*/ 6984 w 10050"/>
                <a:gd name="connsiteY3-222" fmla="*/ 2826 h 10000"/>
                <a:gd name="connsiteX4-223" fmla="*/ 5796 w 10050"/>
                <a:gd name="connsiteY4-224" fmla="*/ 3152 h 10000"/>
                <a:gd name="connsiteX5-225" fmla="*/ 5685 w 10050"/>
                <a:gd name="connsiteY5-226" fmla="*/ 3913 h 10000"/>
                <a:gd name="connsiteX6-227" fmla="*/ 5437 w 10050"/>
                <a:gd name="connsiteY6-228" fmla="*/ 4457 h 10000"/>
                <a:gd name="connsiteX7-229" fmla="*/ 5050 w 10050"/>
                <a:gd name="connsiteY7-230" fmla="*/ 4620 h 10000"/>
                <a:gd name="connsiteX8-231" fmla="*/ 4691 w 10050"/>
                <a:gd name="connsiteY8-232" fmla="*/ 4457 h 10000"/>
                <a:gd name="connsiteX9-233" fmla="*/ 4442 w 10050"/>
                <a:gd name="connsiteY9-234" fmla="*/ 3913 h 10000"/>
                <a:gd name="connsiteX10-235" fmla="*/ 4304 w 10050"/>
                <a:gd name="connsiteY10-236" fmla="*/ 3152 h 10000"/>
                <a:gd name="connsiteX11-237" fmla="*/ 3144 w 10050"/>
                <a:gd name="connsiteY11-238" fmla="*/ 2826 h 10000"/>
                <a:gd name="connsiteX12-239" fmla="*/ 2039 w 10050"/>
                <a:gd name="connsiteY12-240" fmla="*/ 2174 h 10000"/>
                <a:gd name="connsiteX13-241" fmla="*/ 1017 w 10050"/>
                <a:gd name="connsiteY13-242" fmla="*/ 1250 h 10000"/>
                <a:gd name="connsiteX14-243" fmla="*/ 78 w 10050"/>
                <a:gd name="connsiteY14-244" fmla="*/ 0 h 10000"/>
                <a:gd name="connsiteX15-245" fmla="*/ 50 w 10050"/>
                <a:gd name="connsiteY15-246" fmla="*/ 7772 h 10000"/>
                <a:gd name="connsiteX16-247" fmla="*/ 50 w 10050"/>
                <a:gd name="connsiteY16-248" fmla="*/ 8859 h 10000"/>
                <a:gd name="connsiteX17-249" fmla="*/ 50 w 10050"/>
                <a:gd name="connsiteY17-250" fmla="*/ 9511 h 10000"/>
                <a:gd name="connsiteX18-251" fmla="*/ 78 w 10050"/>
                <a:gd name="connsiteY18-252" fmla="*/ 9728 h 10000"/>
                <a:gd name="connsiteX19-253" fmla="*/ 133 w 10050"/>
                <a:gd name="connsiteY19-254" fmla="*/ 9783 h 10000"/>
                <a:gd name="connsiteX20-255" fmla="*/ 160 w 10050"/>
                <a:gd name="connsiteY20-256" fmla="*/ 9946 h 10000"/>
                <a:gd name="connsiteX21-257" fmla="*/ 216 w 10050"/>
                <a:gd name="connsiteY21-258" fmla="*/ 9946 h 10000"/>
                <a:gd name="connsiteX22-259" fmla="*/ 243 w 10050"/>
                <a:gd name="connsiteY22-260" fmla="*/ 10000 h 10000"/>
                <a:gd name="connsiteX23-261" fmla="*/ 299 w 10050"/>
                <a:gd name="connsiteY23-262" fmla="*/ 10000 h 10000"/>
                <a:gd name="connsiteX24-263" fmla="*/ 326 w 10050"/>
                <a:gd name="connsiteY24-264" fmla="*/ 10000 h 10000"/>
                <a:gd name="connsiteX25-265" fmla="*/ 685 w 10050"/>
                <a:gd name="connsiteY25-266" fmla="*/ 10000 h 10000"/>
                <a:gd name="connsiteX26-267" fmla="*/ 1321 w 10050"/>
                <a:gd name="connsiteY26-268" fmla="*/ 10000 h 10000"/>
                <a:gd name="connsiteX27-269" fmla="*/ 2094 w 10050"/>
                <a:gd name="connsiteY27-270" fmla="*/ 10000 h 10000"/>
                <a:gd name="connsiteX28-271" fmla="*/ 2978 w 10050"/>
                <a:gd name="connsiteY28-272" fmla="*/ 10000 h 10000"/>
                <a:gd name="connsiteX29-273" fmla="*/ 3973 w 10050"/>
                <a:gd name="connsiteY29-274" fmla="*/ 10000 h 10000"/>
                <a:gd name="connsiteX30-275" fmla="*/ 5022 w 10050"/>
                <a:gd name="connsiteY30-276" fmla="*/ 10000 h 10000"/>
                <a:gd name="connsiteX31-277" fmla="*/ 6044 w 10050"/>
                <a:gd name="connsiteY31-278" fmla="*/ 10000 h 10000"/>
                <a:gd name="connsiteX32-279" fmla="*/ 7011 w 10050"/>
                <a:gd name="connsiteY32-280" fmla="*/ 10000 h 10000"/>
                <a:gd name="connsiteX33-281" fmla="*/ 7951 w 10050"/>
                <a:gd name="connsiteY33-282" fmla="*/ 10000 h 10000"/>
                <a:gd name="connsiteX34-283" fmla="*/ 8752 w 10050"/>
                <a:gd name="connsiteY34-284" fmla="*/ 10000 h 10000"/>
                <a:gd name="connsiteX35-285" fmla="*/ 9359 w 10050"/>
                <a:gd name="connsiteY35-286" fmla="*/ 10000 h 10000"/>
                <a:gd name="connsiteX36-287" fmla="*/ 9774 w 10050"/>
                <a:gd name="connsiteY36-288" fmla="*/ 10000 h 10000"/>
                <a:gd name="connsiteX37-289" fmla="*/ 9884 w 10050"/>
                <a:gd name="connsiteY37-290" fmla="*/ 10000 h 10000"/>
                <a:gd name="connsiteX38-291" fmla="*/ 9940 w 10050"/>
                <a:gd name="connsiteY38-292" fmla="*/ 9946 h 10000"/>
                <a:gd name="connsiteX39-293" fmla="*/ 9995 w 10050"/>
                <a:gd name="connsiteY39-294" fmla="*/ 9837 h 10000"/>
                <a:gd name="connsiteX40-295" fmla="*/ 10022 w 10050"/>
                <a:gd name="connsiteY40-296" fmla="*/ 9728 h 10000"/>
                <a:gd name="connsiteX41-297" fmla="*/ 10050 w 10050"/>
                <a:gd name="connsiteY41-298" fmla="*/ 9674 h 10000"/>
                <a:gd name="connsiteX42-299" fmla="*/ 10050 w 10050"/>
                <a:gd name="connsiteY42-300" fmla="*/ 9511 h 10000"/>
                <a:gd name="connsiteX43-301" fmla="*/ 10050 w 10050"/>
                <a:gd name="connsiteY43-302" fmla="*/ 9457 h 10000"/>
                <a:gd name="connsiteX44-303" fmla="*/ 10050 w 10050"/>
                <a:gd name="connsiteY44-304" fmla="*/ 9457 h 10000"/>
                <a:gd name="connsiteX45-305" fmla="*/ 10050 w 10050"/>
                <a:gd name="connsiteY45-306" fmla="*/ 8696 h 10000"/>
                <a:gd name="connsiteX46-307" fmla="*/ 10050 w 10050"/>
                <a:gd name="connsiteY46-308" fmla="*/ 7663 h 10000"/>
                <a:gd name="connsiteX47-309" fmla="*/ 10050 w 10050"/>
                <a:gd name="connsiteY47-310" fmla="*/ 6304 h 10000"/>
                <a:gd name="connsiteX48-311" fmla="*/ 10050 w 10050"/>
                <a:gd name="connsiteY48-312" fmla="*/ 4783 h 10000"/>
                <a:gd name="connsiteX49-313" fmla="*/ 10050 w 10050"/>
                <a:gd name="connsiteY49-314" fmla="*/ 3207 h 10000"/>
                <a:gd name="connsiteX50-315" fmla="*/ 10050 w 10050"/>
                <a:gd name="connsiteY50-316" fmla="*/ 1630 h 10000"/>
                <a:gd name="connsiteX51-317" fmla="*/ 10050 w 10050"/>
                <a:gd name="connsiteY51-318" fmla="*/ 0 h 10000"/>
                <a:gd name="connsiteX0-319" fmla="*/ 10050 w 10050"/>
                <a:gd name="connsiteY0-320" fmla="*/ 0 h 10000"/>
                <a:gd name="connsiteX1-321" fmla="*/ 9138 w 10050"/>
                <a:gd name="connsiteY1-322" fmla="*/ 1250 h 10000"/>
                <a:gd name="connsiteX2-323" fmla="*/ 8116 w 10050"/>
                <a:gd name="connsiteY2-324" fmla="*/ 2174 h 10000"/>
                <a:gd name="connsiteX3-325" fmla="*/ 6984 w 10050"/>
                <a:gd name="connsiteY3-326" fmla="*/ 2826 h 10000"/>
                <a:gd name="connsiteX4-327" fmla="*/ 5796 w 10050"/>
                <a:gd name="connsiteY4-328" fmla="*/ 3152 h 10000"/>
                <a:gd name="connsiteX5-329" fmla="*/ 5685 w 10050"/>
                <a:gd name="connsiteY5-330" fmla="*/ 3913 h 10000"/>
                <a:gd name="connsiteX6-331" fmla="*/ 5437 w 10050"/>
                <a:gd name="connsiteY6-332" fmla="*/ 4457 h 10000"/>
                <a:gd name="connsiteX7-333" fmla="*/ 5050 w 10050"/>
                <a:gd name="connsiteY7-334" fmla="*/ 4620 h 10000"/>
                <a:gd name="connsiteX8-335" fmla="*/ 4691 w 10050"/>
                <a:gd name="connsiteY8-336" fmla="*/ 4457 h 10000"/>
                <a:gd name="connsiteX9-337" fmla="*/ 4442 w 10050"/>
                <a:gd name="connsiteY9-338" fmla="*/ 3913 h 10000"/>
                <a:gd name="connsiteX10-339" fmla="*/ 4304 w 10050"/>
                <a:gd name="connsiteY10-340" fmla="*/ 3152 h 10000"/>
                <a:gd name="connsiteX11-341" fmla="*/ 3144 w 10050"/>
                <a:gd name="connsiteY11-342" fmla="*/ 2826 h 10000"/>
                <a:gd name="connsiteX12-343" fmla="*/ 2039 w 10050"/>
                <a:gd name="connsiteY12-344" fmla="*/ 2174 h 10000"/>
                <a:gd name="connsiteX13-345" fmla="*/ 1017 w 10050"/>
                <a:gd name="connsiteY13-346" fmla="*/ 1250 h 10000"/>
                <a:gd name="connsiteX14-347" fmla="*/ 78 w 10050"/>
                <a:gd name="connsiteY14-348" fmla="*/ 0 h 10000"/>
                <a:gd name="connsiteX15-349" fmla="*/ 50 w 10050"/>
                <a:gd name="connsiteY15-350" fmla="*/ 8859 h 10000"/>
                <a:gd name="connsiteX16-351" fmla="*/ 50 w 10050"/>
                <a:gd name="connsiteY16-352" fmla="*/ 9511 h 10000"/>
                <a:gd name="connsiteX17-353" fmla="*/ 78 w 10050"/>
                <a:gd name="connsiteY17-354" fmla="*/ 9728 h 10000"/>
                <a:gd name="connsiteX18-355" fmla="*/ 133 w 10050"/>
                <a:gd name="connsiteY18-356" fmla="*/ 9783 h 10000"/>
                <a:gd name="connsiteX19-357" fmla="*/ 160 w 10050"/>
                <a:gd name="connsiteY19-358" fmla="*/ 9946 h 10000"/>
                <a:gd name="connsiteX20-359" fmla="*/ 216 w 10050"/>
                <a:gd name="connsiteY20-360" fmla="*/ 9946 h 10000"/>
                <a:gd name="connsiteX21-361" fmla="*/ 243 w 10050"/>
                <a:gd name="connsiteY21-362" fmla="*/ 10000 h 10000"/>
                <a:gd name="connsiteX22-363" fmla="*/ 299 w 10050"/>
                <a:gd name="connsiteY22-364" fmla="*/ 10000 h 10000"/>
                <a:gd name="connsiteX23-365" fmla="*/ 326 w 10050"/>
                <a:gd name="connsiteY23-366" fmla="*/ 10000 h 10000"/>
                <a:gd name="connsiteX24-367" fmla="*/ 685 w 10050"/>
                <a:gd name="connsiteY24-368" fmla="*/ 10000 h 10000"/>
                <a:gd name="connsiteX25-369" fmla="*/ 1321 w 10050"/>
                <a:gd name="connsiteY25-370" fmla="*/ 10000 h 10000"/>
                <a:gd name="connsiteX26-371" fmla="*/ 2094 w 10050"/>
                <a:gd name="connsiteY26-372" fmla="*/ 10000 h 10000"/>
                <a:gd name="connsiteX27-373" fmla="*/ 2978 w 10050"/>
                <a:gd name="connsiteY27-374" fmla="*/ 10000 h 10000"/>
                <a:gd name="connsiteX28-375" fmla="*/ 3973 w 10050"/>
                <a:gd name="connsiteY28-376" fmla="*/ 10000 h 10000"/>
                <a:gd name="connsiteX29-377" fmla="*/ 5022 w 10050"/>
                <a:gd name="connsiteY29-378" fmla="*/ 10000 h 10000"/>
                <a:gd name="connsiteX30-379" fmla="*/ 6044 w 10050"/>
                <a:gd name="connsiteY30-380" fmla="*/ 10000 h 10000"/>
                <a:gd name="connsiteX31-381" fmla="*/ 7011 w 10050"/>
                <a:gd name="connsiteY31-382" fmla="*/ 10000 h 10000"/>
                <a:gd name="connsiteX32-383" fmla="*/ 7951 w 10050"/>
                <a:gd name="connsiteY32-384" fmla="*/ 10000 h 10000"/>
                <a:gd name="connsiteX33-385" fmla="*/ 8752 w 10050"/>
                <a:gd name="connsiteY33-386" fmla="*/ 10000 h 10000"/>
                <a:gd name="connsiteX34-387" fmla="*/ 9359 w 10050"/>
                <a:gd name="connsiteY34-388" fmla="*/ 10000 h 10000"/>
                <a:gd name="connsiteX35-389" fmla="*/ 9774 w 10050"/>
                <a:gd name="connsiteY35-390" fmla="*/ 10000 h 10000"/>
                <a:gd name="connsiteX36-391" fmla="*/ 9884 w 10050"/>
                <a:gd name="connsiteY36-392" fmla="*/ 10000 h 10000"/>
                <a:gd name="connsiteX37-393" fmla="*/ 9940 w 10050"/>
                <a:gd name="connsiteY37-394" fmla="*/ 9946 h 10000"/>
                <a:gd name="connsiteX38-395" fmla="*/ 9995 w 10050"/>
                <a:gd name="connsiteY38-396" fmla="*/ 9837 h 10000"/>
                <a:gd name="connsiteX39-397" fmla="*/ 10022 w 10050"/>
                <a:gd name="connsiteY39-398" fmla="*/ 9728 h 10000"/>
                <a:gd name="connsiteX40-399" fmla="*/ 10050 w 10050"/>
                <a:gd name="connsiteY40-400" fmla="*/ 9674 h 10000"/>
                <a:gd name="connsiteX41-401" fmla="*/ 10050 w 10050"/>
                <a:gd name="connsiteY41-402" fmla="*/ 9511 h 10000"/>
                <a:gd name="connsiteX42-403" fmla="*/ 10050 w 10050"/>
                <a:gd name="connsiteY42-404" fmla="*/ 9457 h 10000"/>
                <a:gd name="connsiteX43-405" fmla="*/ 10050 w 10050"/>
                <a:gd name="connsiteY43-406" fmla="*/ 9457 h 10000"/>
                <a:gd name="connsiteX44-407" fmla="*/ 10050 w 10050"/>
                <a:gd name="connsiteY44-408" fmla="*/ 8696 h 10000"/>
                <a:gd name="connsiteX45-409" fmla="*/ 10050 w 10050"/>
                <a:gd name="connsiteY45-410" fmla="*/ 7663 h 10000"/>
                <a:gd name="connsiteX46-411" fmla="*/ 10050 w 10050"/>
                <a:gd name="connsiteY46-412" fmla="*/ 6304 h 10000"/>
                <a:gd name="connsiteX47-413" fmla="*/ 10050 w 10050"/>
                <a:gd name="connsiteY47-414" fmla="*/ 4783 h 10000"/>
                <a:gd name="connsiteX48-415" fmla="*/ 10050 w 10050"/>
                <a:gd name="connsiteY48-416" fmla="*/ 3207 h 10000"/>
                <a:gd name="connsiteX49-417" fmla="*/ 10050 w 10050"/>
                <a:gd name="connsiteY49-418" fmla="*/ 1630 h 10000"/>
                <a:gd name="connsiteX50-419" fmla="*/ 10050 w 10050"/>
                <a:gd name="connsiteY50-420" fmla="*/ 0 h 10000"/>
                <a:gd name="connsiteX0-421" fmla="*/ 10051 w 10051"/>
                <a:gd name="connsiteY0-422" fmla="*/ 0 h 10000"/>
                <a:gd name="connsiteX1-423" fmla="*/ 9139 w 10051"/>
                <a:gd name="connsiteY1-424" fmla="*/ 1250 h 10000"/>
                <a:gd name="connsiteX2-425" fmla="*/ 8117 w 10051"/>
                <a:gd name="connsiteY2-426" fmla="*/ 2174 h 10000"/>
                <a:gd name="connsiteX3-427" fmla="*/ 6985 w 10051"/>
                <a:gd name="connsiteY3-428" fmla="*/ 2826 h 10000"/>
                <a:gd name="connsiteX4-429" fmla="*/ 5797 w 10051"/>
                <a:gd name="connsiteY4-430" fmla="*/ 3152 h 10000"/>
                <a:gd name="connsiteX5-431" fmla="*/ 5686 w 10051"/>
                <a:gd name="connsiteY5-432" fmla="*/ 3913 h 10000"/>
                <a:gd name="connsiteX6-433" fmla="*/ 5438 w 10051"/>
                <a:gd name="connsiteY6-434" fmla="*/ 4457 h 10000"/>
                <a:gd name="connsiteX7-435" fmla="*/ 5051 w 10051"/>
                <a:gd name="connsiteY7-436" fmla="*/ 4620 h 10000"/>
                <a:gd name="connsiteX8-437" fmla="*/ 4692 w 10051"/>
                <a:gd name="connsiteY8-438" fmla="*/ 4457 h 10000"/>
                <a:gd name="connsiteX9-439" fmla="*/ 4443 w 10051"/>
                <a:gd name="connsiteY9-440" fmla="*/ 3913 h 10000"/>
                <a:gd name="connsiteX10-441" fmla="*/ 4305 w 10051"/>
                <a:gd name="connsiteY10-442" fmla="*/ 3152 h 10000"/>
                <a:gd name="connsiteX11-443" fmla="*/ 3145 w 10051"/>
                <a:gd name="connsiteY11-444" fmla="*/ 2826 h 10000"/>
                <a:gd name="connsiteX12-445" fmla="*/ 2040 w 10051"/>
                <a:gd name="connsiteY12-446" fmla="*/ 2174 h 10000"/>
                <a:gd name="connsiteX13-447" fmla="*/ 1018 w 10051"/>
                <a:gd name="connsiteY13-448" fmla="*/ 1250 h 10000"/>
                <a:gd name="connsiteX14-449" fmla="*/ 79 w 10051"/>
                <a:gd name="connsiteY14-450" fmla="*/ 0 h 10000"/>
                <a:gd name="connsiteX15-451" fmla="*/ 51 w 10051"/>
                <a:gd name="connsiteY15-452" fmla="*/ 9511 h 10000"/>
                <a:gd name="connsiteX16-453" fmla="*/ 79 w 10051"/>
                <a:gd name="connsiteY16-454" fmla="*/ 9728 h 10000"/>
                <a:gd name="connsiteX17-455" fmla="*/ 134 w 10051"/>
                <a:gd name="connsiteY17-456" fmla="*/ 9783 h 10000"/>
                <a:gd name="connsiteX18-457" fmla="*/ 161 w 10051"/>
                <a:gd name="connsiteY18-458" fmla="*/ 9946 h 10000"/>
                <a:gd name="connsiteX19-459" fmla="*/ 217 w 10051"/>
                <a:gd name="connsiteY19-460" fmla="*/ 9946 h 10000"/>
                <a:gd name="connsiteX20-461" fmla="*/ 244 w 10051"/>
                <a:gd name="connsiteY20-462" fmla="*/ 10000 h 10000"/>
                <a:gd name="connsiteX21-463" fmla="*/ 300 w 10051"/>
                <a:gd name="connsiteY21-464" fmla="*/ 10000 h 10000"/>
                <a:gd name="connsiteX22-465" fmla="*/ 327 w 10051"/>
                <a:gd name="connsiteY22-466" fmla="*/ 10000 h 10000"/>
                <a:gd name="connsiteX23-467" fmla="*/ 686 w 10051"/>
                <a:gd name="connsiteY23-468" fmla="*/ 10000 h 10000"/>
                <a:gd name="connsiteX24-469" fmla="*/ 1322 w 10051"/>
                <a:gd name="connsiteY24-470" fmla="*/ 10000 h 10000"/>
                <a:gd name="connsiteX25-471" fmla="*/ 2095 w 10051"/>
                <a:gd name="connsiteY25-472" fmla="*/ 10000 h 10000"/>
                <a:gd name="connsiteX26-473" fmla="*/ 2979 w 10051"/>
                <a:gd name="connsiteY26-474" fmla="*/ 10000 h 10000"/>
                <a:gd name="connsiteX27-475" fmla="*/ 3974 w 10051"/>
                <a:gd name="connsiteY27-476" fmla="*/ 10000 h 10000"/>
                <a:gd name="connsiteX28-477" fmla="*/ 5023 w 10051"/>
                <a:gd name="connsiteY28-478" fmla="*/ 10000 h 10000"/>
                <a:gd name="connsiteX29-479" fmla="*/ 6045 w 10051"/>
                <a:gd name="connsiteY29-480" fmla="*/ 10000 h 10000"/>
                <a:gd name="connsiteX30-481" fmla="*/ 7012 w 10051"/>
                <a:gd name="connsiteY30-482" fmla="*/ 10000 h 10000"/>
                <a:gd name="connsiteX31-483" fmla="*/ 7952 w 10051"/>
                <a:gd name="connsiteY31-484" fmla="*/ 10000 h 10000"/>
                <a:gd name="connsiteX32-485" fmla="*/ 8753 w 10051"/>
                <a:gd name="connsiteY32-486" fmla="*/ 10000 h 10000"/>
                <a:gd name="connsiteX33-487" fmla="*/ 9360 w 10051"/>
                <a:gd name="connsiteY33-488" fmla="*/ 10000 h 10000"/>
                <a:gd name="connsiteX34-489" fmla="*/ 9775 w 10051"/>
                <a:gd name="connsiteY34-490" fmla="*/ 10000 h 10000"/>
                <a:gd name="connsiteX35-491" fmla="*/ 9885 w 10051"/>
                <a:gd name="connsiteY35-492" fmla="*/ 10000 h 10000"/>
                <a:gd name="connsiteX36-493" fmla="*/ 9941 w 10051"/>
                <a:gd name="connsiteY36-494" fmla="*/ 9946 h 10000"/>
                <a:gd name="connsiteX37-495" fmla="*/ 9996 w 10051"/>
                <a:gd name="connsiteY37-496" fmla="*/ 9837 h 10000"/>
                <a:gd name="connsiteX38-497" fmla="*/ 10023 w 10051"/>
                <a:gd name="connsiteY38-498" fmla="*/ 9728 h 10000"/>
                <a:gd name="connsiteX39-499" fmla="*/ 10051 w 10051"/>
                <a:gd name="connsiteY39-500" fmla="*/ 9674 h 10000"/>
                <a:gd name="connsiteX40-501" fmla="*/ 10051 w 10051"/>
                <a:gd name="connsiteY40-502" fmla="*/ 9511 h 10000"/>
                <a:gd name="connsiteX41-503" fmla="*/ 10051 w 10051"/>
                <a:gd name="connsiteY41-504" fmla="*/ 9457 h 10000"/>
                <a:gd name="connsiteX42-505" fmla="*/ 10051 w 10051"/>
                <a:gd name="connsiteY42-506" fmla="*/ 9457 h 10000"/>
                <a:gd name="connsiteX43-507" fmla="*/ 10051 w 10051"/>
                <a:gd name="connsiteY43-508" fmla="*/ 8696 h 10000"/>
                <a:gd name="connsiteX44-509" fmla="*/ 10051 w 10051"/>
                <a:gd name="connsiteY44-510" fmla="*/ 7663 h 10000"/>
                <a:gd name="connsiteX45-511" fmla="*/ 10051 w 10051"/>
                <a:gd name="connsiteY45-512" fmla="*/ 6304 h 10000"/>
                <a:gd name="connsiteX46-513" fmla="*/ 10051 w 10051"/>
                <a:gd name="connsiteY46-514" fmla="*/ 4783 h 10000"/>
                <a:gd name="connsiteX47-515" fmla="*/ 10051 w 10051"/>
                <a:gd name="connsiteY47-516" fmla="*/ 3207 h 10000"/>
                <a:gd name="connsiteX48-517" fmla="*/ 10051 w 10051"/>
                <a:gd name="connsiteY48-518" fmla="*/ 1630 h 10000"/>
                <a:gd name="connsiteX49-519" fmla="*/ 10051 w 10051"/>
                <a:gd name="connsiteY49-520" fmla="*/ 0 h 10000"/>
                <a:gd name="connsiteX0-521" fmla="*/ 10051 w 10051"/>
                <a:gd name="connsiteY0-522" fmla="*/ 0 h 10000"/>
                <a:gd name="connsiteX1-523" fmla="*/ 9139 w 10051"/>
                <a:gd name="connsiteY1-524" fmla="*/ 1250 h 10000"/>
                <a:gd name="connsiteX2-525" fmla="*/ 8117 w 10051"/>
                <a:gd name="connsiteY2-526" fmla="*/ 2174 h 10000"/>
                <a:gd name="connsiteX3-527" fmla="*/ 6985 w 10051"/>
                <a:gd name="connsiteY3-528" fmla="*/ 2826 h 10000"/>
                <a:gd name="connsiteX4-529" fmla="*/ 5797 w 10051"/>
                <a:gd name="connsiteY4-530" fmla="*/ 3152 h 10000"/>
                <a:gd name="connsiteX5-531" fmla="*/ 5686 w 10051"/>
                <a:gd name="connsiteY5-532" fmla="*/ 3913 h 10000"/>
                <a:gd name="connsiteX6-533" fmla="*/ 5438 w 10051"/>
                <a:gd name="connsiteY6-534" fmla="*/ 4457 h 10000"/>
                <a:gd name="connsiteX7-535" fmla="*/ 5051 w 10051"/>
                <a:gd name="connsiteY7-536" fmla="*/ 4620 h 10000"/>
                <a:gd name="connsiteX8-537" fmla="*/ 4692 w 10051"/>
                <a:gd name="connsiteY8-538" fmla="*/ 4457 h 10000"/>
                <a:gd name="connsiteX9-539" fmla="*/ 4443 w 10051"/>
                <a:gd name="connsiteY9-540" fmla="*/ 3913 h 10000"/>
                <a:gd name="connsiteX10-541" fmla="*/ 4305 w 10051"/>
                <a:gd name="connsiteY10-542" fmla="*/ 3152 h 10000"/>
                <a:gd name="connsiteX11-543" fmla="*/ 3145 w 10051"/>
                <a:gd name="connsiteY11-544" fmla="*/ 2826 h 10000"/>
                <a:gd name="connsiteX12-545" fmla="*/ 2040 w 10051"/>
                <a:gd name="connsiteY12-546" fmla="*/ 2174 h 10000"/>
                <a:gd name="connsiteX13-547" fmla="*/ 1018 w 10051"/>
                <a:gd name="connsiteY13-548" fmla="*/ 1250 h 10000"/>
                <a:gd name="connsiteX14-549" fmla="*/ 79 w 10051"/>
                <a:gd name="connsiteY14-550" fmla="*/ 0 h 10000"/>
                <a:gd name="connsiteX15-551" fmla="*/ 51 w 10051"/>
                <a:gd name="connsiteY15-552" fmla="*/ 9511 h 10000"/>
                <a:gd name="connsiteX16-553" fmla="*/ 79 w 10051"/>
                <a:gd name="connsiteY16-554" fmla="*/ 9728 h 10000"/>
                <a:gd name="connsiteX17-555" fmla="*/ 134 w 10051"/>
                <a:gd name="connsiteY17-556" fmla="*/ 9783 h 10000"/>
                <a:gd name="connsiteX18-557" fmla="*/ 161 w 10051"/>
                <a:gd name="connsiteY18-558" fmla="*/ 9946 h 10000"/>
                <a:gd name="connsiteX19-559" fmla="*/ 244 w 10051"/>
                <a:gd name="connsiteY19-560" fmla="*/ 10000 h 10000"/>
                <a:gd name="connsiteX20-561" fmla="*/ 300 w 10051"/>
                <a:gd name="connsiteY20-562" fmla="*/ 10000 h 10000"/>
                <a:gd name="connsiteX21-563" fmla="*/ 327 w 10051"/>
                <a:gd name="connsiteY21-564" fmla="*/ 10000 h 10000"/>
                <a:gd name="connsiteX22-565" fmla="*/ 686 w 10051"/>
                <a:gd name="connsiteY22-566" fmla="*/ 10000 h 10000"/>
                <a:gd name="connsiteX23-567" fmla="*/ 1322 w 10051"/>
                <a:gd name="connsiteY23-568" fmla="*/ 10000 h 10000"/>
                <a:gd name="connsiteX24-569" fmla="*/ 2095 w 10051"/>
                <a:gd name="connsiteY24-570" fmla="*/ 10000 h 10000"/>
                <a:gd name="connsiteX25-571" fmla="*/ 2979 w 10051"/>
                <a:gd name="connsiteY25-572" fmla="*/ 10000 h 10000"/>
                <a:gd name="connsiteX26-573" fmla="*/ 3974 w 10051"/>
                <a:gd name="connsiteY26-574" fmla="*/ 10000 h 10000"/>
                <a:gd name="connsiteX27-575" fmla="*/ 5023 w 10051"/>
                <a:gd name="connsiteY27-576" fmla="*/ 10000 h 10000"/>
                <a:gd name="connsiteX28-577" fmla="*/ 6045 w 10051"/>
                <a:gd name="connsiteY28-578" fmla="*/ 10000 h 10000"/>
                <a:gd name="connsiteX29-579" fmla="*/ 7012 w 10051"/>
                <a:gd name="connsiteY29-580" fmla="*/ 10000 h 10000"/>
                <a:gd name="connsiteX30-581" fmla="*/ 7952 w 10051"/>
                <a:gd name="connsiteY30-582" fmla="*/ 10000 h 10000"/>
                <a:gd name="connsiteX31-583" fmla="*/ 8753 w 10051"/>
                <a:gd name="connsiteY31-584" fmla="*/ 10000 h 10000"/>
                <a:gd name="connsiteX32-585" fmla="*/ 9360 w 10051"/>
                <a:gd name="connsiteY32-586" fmla="*/ 10000 h 10000"/>
                <a:gd name="connsiteX33-587" fmla="*/ 9775 w 10051"/>
                <a:gd name="connsiteY33-588" fmla="*/ 10000 h 10000"/>
                <a:gd name="connsiteX34-589" fmla="*/ 9885 w 10051"/>
                <a:gd name="connsiteY34-590" fmla="*/ 10000 h 10000"/>
                <a:gd name="connsiteX35-591" fmla="*/ 9941 w 10051"/>
                <a:gd name="connsiteY35-592" fmla="*/ 9946 h 10000"/>
                <a:gd name="connsiteX36-593" fmla="*/ 9996 w 10051"/>
                <a:gd name="connsiteY36-594" fmla="*/ 9837 h 10000"/>
                <a:gd name="connsiteX37-595" fmla="*/ 10023 w 10051"/>
                <a:gd name="connsiteY37-596" fmla="*/ 9728 h 10000"/>
                <a:gd name="connsiteX38-597" fmla="*/ 10051 w 10051"/>
                <a:gd name="connsiteY38-598" fmla="*/ 9674 h 10000"/>
                <a:gd name="connsiteX39-599" fmla="*/ 10051 w 10051"/>
                <a:gd name="connsiteY39-600" fmla="*/ 9511 h 10000"/>
                <a:gd name="connsiteX40-601" fmla="*/ 10051 w 10051"/>
                <a:gd name="connsiteY40-602" fmla="*/ 9457 h 10000"/>
                <a:gd name="connsiteX41-603" fmla="*/ 10051 w 10051"/>
                <a:gd name="connsiteY41-604" fmla="*/ 9457 h 10000"/>
                <a:gd name="connsiteX42-605" fmla="*/ 10051 w 10051"/>
                <a:gd name="connsiteY42-606" fmla="*/ 8696 h 10000"/>
                <a:gd name="connsiteX43-607" fmla="*/ 10051 w 10051"/>
                <a:gd name="connsiteY43-608" fmla="*/ 7663 h 10000"/>
                <a:gd name="connsiteX44-609" fmla="*/ 10051 w 10051"/>
                <a:gd name="connsiteY44-610" fmla="*/ 6304 h 10000"/>
                <a:gd name="connsiteX45-611" fmla="*/ 10051 w 10051"/>
                <a:gd name="connsiteY45-612" fmla="*/ 4783 h 10000"/>
                <a:gd name="connsiteX46-613" fmla="*/ 10051 w 10051"/>
                <a:gd name="connsiteY46-614" fmla="*/ 3207 h 10000"/>
                <a:gd name="connsiteX47-615" fmla="*/ 10051 w 10051"/>
                <a:gd name="connsiteY47-616" fmla="*/ 1630 h 10000"/>
                <a:gd name="connsiteX48-617" fmla="*/ 10051 w 10051"/>
                <a:gd name="connsiteY48-618" fmla="*/ 0 h 10000"/>
                <a:gd name="connsiteX0-619" fmla="*/ 10051 w 10051"/>
                <a:gd name="connsiteY0-620" fmla="*/ 0 h 10000"/>
                <a:gd name="connsiteX1-621" fmla="*/ 9139 w 10051"/>
                <a:gd name="connsiteY1-622" fmla="*/ 1250 h 10000"/>
                <a:gd name="connsiteX2-623" fmla="*/ 8117 w 10051"/>
                <a:gd name="connsiteY2-624" fmla="*/ 2174 h 10000"/>
                <a:gd name="connsiteX3-625" fmla="*/ 6985 w 10051"/>
                <a:gd name="connsiteY3-626" fmla="*/ 2826 h 10000"/>
                <a:gd name="connsiteX4-627" fmla="*/ 5797 w 10051"/>
                <a:gd name="connsiteY4-628" fmla="*/ 3152 h 10000"/>
                <a:gd name="connsiteX5-629" fmla="*/ 5686 w 10051"/>
                <a:gd name="connsiteY5-630" fmla="*/ 3913 h 10000"/>
                <a:gd name="connsiteX6-631" fmla="*/ 5438 w 10051"/>
                <a:gd name="connsiteY6-632" fmla="*/ 4457 h 10000"/>
                <a:gd name="connsiteX7-633" fmla="*/ 5051 w 10051"/>
                <a:gd name="connsiteY7-634" fmla="*/ 4620 h 10000"/>
                <a:gd name="connsiteX8-635" fmla="*/ 4692 w 10051"/>
                <a:gd name="connsiteY8-636" fmla="*/ 4457 h 10000"/>
                <a:gd name="connsiteX9-637" fmla="*/ 4443 w 10051"/>
                <a:gd name="connsiteY9-638" fmla="*/ 3913 h 10000"/>
                <a:gd name="connsiteX10-639" fmla="*/ 4305 w 10051"/>
                <a:gd name="connsiteY10-640" fmla="*/ 3152 h 10000"/>
                <a:gd name="connsiteX11-641" fmla="*/ 3145 w 10051"/>
                <a:gd name="connsiteY11-642" fmla="*/ 2826 h 10000"/>
                <a:gd name="connsiteX12-643" fmla="*/ 2040 w 10051"/>
                <a:gd name="connsiteY12-644" fmla="*/ 2174 h 10000"/>
                <a:gd name="connsiteX13-645" fmla="*/ 1018 w 10051"/>
                <a:gd name="connsiteY13-646" fmla="*/ 1250 h 10000"/>
                <a:gd name="connsiteX14-647" fmla="*/ 79 w 10051"/>
                <a:gd name="connsiteY14-648" fmla="*/ 0 h 10000"/>
                <a:gd name="connsiteX15-649" fmla="*/ 51 w 10051"/>
                <a:gd name="connsiteY15-650" fmla="*/ 9511 h 10000"/>
                <a:gd name="connsiteX16-651" fmla="*/ 79 w 10051"/>
                <a:gd name="connsiteY16-652" fmla="*/ 9728 h 10000"/>
                <a:gd name="connsiteX17-653" fmla="*/ 134 w 10051"/>
                <a:gd name="connsiteY17-654" fmla="*/ 9783 h 10000"/>
                <a:gd name="connsiteX18-655" fmla="*/ 244 w 10051"/>
                <a:gd name="connsiteY18-656" fmla="*/ 10000 h 10000"/>
                <a:gd name="connsiteX19-657" fmla="*/ 300 w 10051"/>
                <a:gd name="connsiteY19-658" fmla="*/ 10000 h 10000"/>
                <a:gd name="connsiteX20-659" fmla="*/ 327 w 10051"/>
                <a:gd name="connsiteY20-660" fmla="*/ 10000 h 10000"/>
                <a:gd name="connsiteX21-661" fmla="*/ 686 w 10051"/>
                <a:gd name="connsiteY21-662" fmla="*/ 10000 h 10000"/>
                <a:gd name="connsiteX22-663" fmla="*/ 1322 w 10051"/>
                <a:gd name="connsiteY22-664" fmla="*/ 10000 h 10000"/>
                <a:gd name="connsiteX23-665" fmla="*/ 2095 w 10051"/>
                <a:gd name="connsiteY23-666" fmla="*/ 10000 h 10000"/>
                <a:gd name="connsiteX24-667" fmla="*/ 2979 w 10051"/>
                <a:gd name="connsiteY24-668" fmla="*/ 10000 h 10000"/>
                <a:gd name="connsiteX25-669" fmla="*/ 3974 w 10051"/>
                <a:gd name="connsiteY25-670" fmla="*/ 10000 h 10000"/>
                <a:gd name="connsiteX26-671" fmla="*/ 5023 w 10051"/>
                <a:gd name="connsiteY26-672" fmla="*/ 10000 h 10000"/>
                <a:gd name="connsiteX27-673" fmla="*/ 6045 w 10051"/>
                <a:gd name="connsiteY27-674" fmla="*/ 10000 h 10000"/>
                <a:gd name="connsiteX28-675" fmla="*/ 7012 w 10051"/>
                <a:gd name="connsiteY28-676" fmla="*/ 10000 h 10000"/>
                <a:gd name="connsiteX29-677" fmla="*/ 7952 w 10051"/>
                <a:gd name="connsiteY29-678" fmla="*/ 10000 h 10000"/>
                <a:gd name="connsiteX30-679" fmla="*/ 8753 w 10051"/>
                <a:gd name="connsiteY30-680" fmla="*/ 10000 h 10000"/>
                <a:gd name="connsiteX31-681" fmla="*/ 9360 w 10051"/>
                <a:gd name="connsiteY31-682" fmla="*/ 10000 h 10000"/>
                <a:gd name="connsiteX32-683" fmla="*/ 9775 w 10051"/>
                <a:gd name="connsiteY32-684" fmla="*/ 10000 h 10000"/>
                <a:gd name="connsiteX33-685" fmla="*/ 9885 w 10051"/>
                <a:gd name="connsiteY33-686" fmla="*/ 10000 h 10000"/>
                <a:gd name="connsiteX34-687" fmla="*/ 9941 w 10051"/>
                <a:gd name="connsiteY34-688" fmla="*/ 9946 h 10000"/>
                <a:gd name="connsiteX35-689" fmla="*/ 9996 w 10051"/>
                <a:gd name="connsiteY35-690" fmla="*/ 9837 h 10000"/>
                <a:gd name="connsiteX36-691" fmla="*/ 10023 w 10051"/>
                <a:gd name="connsiteY36-692" fmla="*/ 9728 h 10000"/>
                <a:gd name="connsiteX37-693" fmla="*/ 10051 w 10051"/>
                <a:gd name="connsiteY37-694" fmla="*/ 9674 h 10000"/>
                <a:gd name="connsiteX38-695" fmla="*/ 10051 w 10051"/>
                <a:gd name="connsiteY38-696" fmla="*/ 9511 h 10000"/>
                <a:gd name="connsiteX39-697" fmla="*/ 10051 w 10051"/>
                <a:gd name="connsiteY39-698" fmla="*/ 9457 h 10000"/>
                <a:gd name="connsiteX40-699" fmla="*/ 10051 w 10051"/>
                <a:gd name="connsiteY40-700" fmla="*/ 9457 h 10000"/>
                <a:gd name="connsiteX41-701" fmla="*/ 10051 w 10051"/>
                <a:gd name="connsiteY41-702" fmla="*/ 8696 h 10000"/>
                <a:gd name="connsiteX42-703" fmla="*/ 10051 w 10051"/>
                <a:gd name="connsiteY42-704" fmla="*/ 7663 h 10000"/>
                <a:gd name="connsiteX43-705" fmla="*/ 10051 w 10051"/>
                <a:gd name="connsiteY43-706" fmla="*/ 6304 h 10000"/>
                <a:gd name="connsiteX44-707" fmla="*/ 10051 w 10051"/>
                <a:gd name="connsiteY44-708" fmla="*/ 4783 h 10000"/>
                <a:gd name="connsiteX45-709" fmla="*/ 10051 w 10051"/>
                <a:gd name="connsiteY45-710" fmla="*/ 3207 h 10000"/>
                <a:gd name="connsiteX46-711" fmla="*/ 10051 w 10051"/>
                <a:gd name="connsiteY46-712" fmla="*/ 1630 h 10000"/>
                <a:gd name="connsiteX47-713" fmla="*/ 10051 w 10051"/>
                <a:gd name="connsiteY47-714" fmla="*/ 0 h 10000"/>
                <a:gd name="connsiteX0-715" fmla="*/ 10051 w 10051"/>
                <a:gd name="connsiteY0-716" fmla="*/ 0 h 10000"/>
                <a:gd name="connsiteX1-717" fmla="*/ 9139 w 10051"/>
                <a:gd name="connsiteY1-718" fmla="*/ 1250 h 10000"/>
                <a:gd name="connsiteX2-719" fmla="*/ 8117 w 10051"/>
                <a:gd name="connsiteY2-720" fmla="*/ 2174 h 10000"/>
                <a:gd name="connsiteX3-721" fmla="*/ 6985 w 10051"/>
                <a:gd name="connsiteY3-722" fmla="*/ 2826 h 10000"/>
                <a:gd name="connsiteX4-723" fmla="*/ 5797 w 10051"/>
                <a:gd name="connsiteY4-724" fmla="*/ 3152 h 10000"/>
                <a:gd name="connsiteX5-725" fmla="*/ 5686 w 10051"/>
                <a:gd name="connsiteY5-726" fmla="*/ 3913 h 10000"/>
                <a:gd name="connsiteX6-727" fmla="*/ 5438 w 10051"/>
                <a:gd name="connsiteY6-728" fmla="*/ 4457 h 10000"/>
                <a:gd name="connsiteX7-729" fmla="*/ 5051 w 10051"/>
                <a:gd name="connsiteY7-730" fmla="*/ 4620 h 10000"/>
                <a:gd name="connsiteX8-731" fmla="*/ 4692 w 10051"/>
                <a:gd name="connsiteY8-732" fmla="*/ 4457 h 10000"/>
                <a:gd name="connsiteX9-733" fmla="*/ 4443 w 10051"/>
                <a:gd name="connsiteY9-734" fmla="*/ 3913 h 10000"/>
                <a:gd name="connsiteX10-735" fmla="*/ 4305 w 10051"/>
                <a:gd name="connsiteY10-736" fmla="*/ 3152 h 10000"/>
                <a:gd name="connsiteX11-737" fmla="*/ 3145 w 10051"/>
                <a:gd name="connsiteY11-738" fmla="*/ 2826 h 10000"/>
                <a:gd name="connsiteX12-739" fmla="*/ 2040 w 10051"/>
                <a:gd name="connsiteY12-740" fmla="*/ 2174 h 10000"/>
                <a:gd name="connsiteX13-741" fmla="*/ 1018 w 10051"/>
                <a:gd name="connsiteY13-742" fmla="*/ 1250 h 10000"/>
                <a:gd name="connsiteX14-743" fmla="*/ 79 w 10051"/>
                <a:gd name="connsiteY14-744" fmla="*/ 0 h 10000"/>
                <a:gd name="connsiteX15-745" fmla="*/ 51 w 10051"/>
                <a:gd name="connsiteY15-746" fmla="*/ 9511 h 10000"/>
                <a:gd name="connsiteX16-747" fmla="*/ 79 w 10051"/>
                <a:gd name="connsiteY16-748" fmla="*/ 9728 h 10000"/>
                <a:gd name="connsiteX17-749" fmla="*/ 244 w 10051"/>
                <a:gd name="connsiteY17-750" fmla="*/ 10000 h 10000"/>
                <a:gd name="connsiteX18-751" fmla="*/ 300 w 10051"/>
                <a:gd name="connsiteY18-752" fmla="*/ 10000 h 10000"/>
                <a:gd name="connsiteX19-753" fmla="*/ 327 w 10051"/>
                <a:gd name="connsiteY19-754" fmla="*/ 10000 h 10000"/>
                <a:gd name="connsiteX20-755" fmla="*/ 686 w 10051"/>
                <a:gd name="connsiteY20-756" fmla="*/ 10000 h 10000"/>
                <a:gd name="connsiteX21-757" fmla="*/ 1322 w 10051"/>
                <a:gd name="connsiteY21-758" fmla="*/ 10000 h 10000"/>
                <a:gd name="connsiteX22-759" fmla="*/ 2095 w 10051"/>
                <a:gd name="connsiteY22-760" fmla="*/ 10000 h 10000"/>
                <a:gd name="connsiteX23-761" fmla="*/ 2979 w 10051"/>
                <a:gd name="connsiteY23-762" fmla="*/ 10000 h 10000"/>
                <a:gd name="connsiteX24-763" fmla="*/ 3974 w 10051"/>
                <a:gd name="connsiteY24-764" fmla="*/ 10000 h 10000"/>
                <a:gd name="connsiteX25-765" fmla="*/ 5023 w 10051"/>
                <a:gd name="connsiteY25-766" fmla="*/ 10000 h 10000"/>
                <a:gd name="connsiteX26-767" fmla="*/ 6045 w 10051"/>
                <a:gd name="connsiteY26-768" fmla="*/ 10000 h 10000"/>
                <a:gd name="connsiteX27-769" fmla="*/ 7012 w 10051"/>
                <a:gd name="connsiteY27-770" fmla="*/ 10000 h 10000"/>
                <a:gd name="connsiteX28-771" fmla="*/ 7952 w 10051"/>
                <a:gd name="connsiteY28-772" fmla="*/ 10000 h 10000"/>
                <a:gd name="connsiteX29-773" fmla="*/ 8753 w 10051"/>
                <a:gd name="connsiteY29-774" fmla="*/ 10000 h 10000"/>
                <a:gd name="connsiteX30-775" fmla="*/ 9360 w 10051"/>
                <a:gd name="connsiteY30-776" fmla="*/ 10000 h 10000"/>
                <a:gd name="connsiteX31-777" fmla="*/ 9775 w 10051"/>
                <a:gd name="connsiteY31-778" fmla="*/ 10000 h 10000"/>
                <a:gd name="connsiteX32-779" fmla="*/ 9885 w 10051"/>
                <a:gd name="connsiteY32-780" fmla="*/ 10000 h 10000"/>
                <a:gd name="connsiteX33-781" fmla="*/ 9941 w 10051"/>
                <a:gd name="connsiteY33-782" fmla="*/ 9946 h 10000"/>
                <a:gd name="connsiteX34-783" fmla="*/ 9996 w 10051"/>
                <a:gd name="connsiteY34-784" fmla="*/ 9837 h 10000"/>
                <a:gd name="connsiteX35-785" fmla="*/ 10023 w 10051"/>
                <a:gd name="connsiteY35-786" fmla="*/ 9728 h 10000"/>
                <a:gd name="connsiteX36-787" fmla="*/ 10051 w 10051"/>
                <a:gd name="connsiteY36-788" fmla="*/ 9674 h 10000"/>
                <a:gd name="connsiteX37-789" fmla="*/ 10051 w 10051"/>
                <a:gd name="connsiteY37-790" fmla="*/ 9511 h 10000"/>
                <a:gd name="connsiteX38-791" fmla="*/ 10051 w 10051"/>
                <a:gd name="connsiteY38-792" fmla="*/ 9457 h 10000"/>
                <a:gd name="connsiteX39-793" fmla="*/ 10051 w 10051"/>
                <a:gd name="connsiteY39-794" fmla="*/ 9457 h 10000"/>
                <a:gd name="connsiteX40-795" fmla="*/ 10051 w 10051"/>
                <a:gd name="connsiteY40-796" fmla="*/ 8696 h 10000"/>
                <a:gd name="connsiteX41-797" fmla="*/ 10051 w 10051"/>
                <a:gd name="connsiteY41-798" fmla="*/ 7663 h 10000"/>
                <a:gd name="connsiteX42-799" fmla="*/ 10051 w 10051"/>
                <a:gd name="connsiteY42-800" fmla="*/ 6304 h 10000"/>
                <a:gd name="connsiteX43-801" fmla="*/ 10051 w 10051"/>
                <a:gd name="connsiteY43-802" fmla="*/ 4783 h 10000"/>
                <a:gd name="connsiteX44-803" fmla="*/ 10051 w 10051"/>
                <a:gd name="connsiteY44-804" fmla="*/ 3207 h 10000"/>
                <a:gd name="connsiteX45-805" fmla="*/ 10051 w 10051"/>
                <a:gd name="connsiteY45-806" fmla="*/ 1630 h 10000"/>
                <a:gd name="connsiteX46-807" fmla="*/ 10051 w 10051"/>
                <a:gd name="connsiteY46-808" fmla="*/ 0 h 10000"/>
                <a:gd name="connsiteX0-809" fmla="*/ 10051 w 10051"/>
                <a:gd name="connsiteY0-810" fmla="*/ 0 h 10379"/>
                <a:gd name="connsiteX1-811" fmla="*/ 9139 w 10051"/>
                <a:gd name="connsiteY1-812" fmla="*/ 1250 h 10379"/>
                <a:gd name="connsiteX2-813" fmla="*/ 8117 w 10051"/>
                <a:gd name="connsiteY2-814" fmla="*/ 2174 h 10379"/>
                <a:gd name="connsiteX3-815" fmla="*/ 6985 w 10051"/>
                <a:gd name="connsiteY3-816" fmla="*/ 2826 h 10379"/>
                <a:gd name="connsiteX4-817" fmla="*/ 5797 w 10051"/>
                <a:gd name="connsiteY4-818" fmla="*/ 3152 h 10379"/>
                <a:gd name="connsiteX5-819" fmla="*/ 5686 w 10051"/>
                <a:gd name="connsiteY5-820" fmla="*/ 3913 h 10379"/>
                <a:gd name="connsiteX6-821" fmla="*/ 5438 w 10051"/>
                <a:gd name="connsiteY6-822" fmla="*/ 4457 h 10379"/>
                <a:gd name="connsiteX7-823" fmla="*/ 5051 w 10051"/>
                <a:gd name="connsiteY7-824" fmla="*/ 4620 h 10379"/>
                <a:gd name="connsiteX8-825" fmla="*/ 4692 w 10051"/>
                <a:gd name="connsiteY8-826" fmla="*/ 4457 h 10379"/>
                <a:gd name="connsiteX9-827" fmla="*/ 4443 w 10051"/>
                <a:gd name="connsiteY9-828" fmla="*/ 3913 h 10379"/>
                <a:gd name="connsiteX10-829" fmla="*/ 4305 w 10051"/>
                <a:gd name="connsiteY10-830" fmla="*/ 3152 h 10379"/>
                <a:gd name="connsiteX11-831" fmla="*/ 3145 w 10051"/>
                <a:gd name="connsiteY11-832" fmla="*/ 2826 h 10379"/>
                <a:gd name="connsiteX12-833" fmla="*/ 2040 w 10051"/>
                <a:gd name="connsiteY12-834" fmla="*/ 2174 h 10379"/>
                <a:gd name="connsiteX13-835" fmla="*/ 1018 w 10051"/>
                <a:gd name="connsiteY13-836" fmla="*/ 1250 h 10379"/>
                <a:gd name="connsiteX14-837" fmla="*/ 79 w 10051"/>
                <a:gd name="connsiteY14-838" fmla="*/ 0 h 10379"/>
                <a:gd name="connsiteX15-839" fmla="*/ 51 w 10051"/>
                <a:gd name="connsiteY15-840" fmla="*/ 9511 h 10379"/>
                <a:gd name="connsiteX16-841" fmla="*/ 244 w 10051"/>
                <a:gd name="connsiteY16-842" fmla="*/ 10000 h 10379"/>
                <a:gd name="connsiteX17-843" fmla="*/ 300 w 10051"/>
                <a:gd name="connsiteY17-844" fmla="*/ 10000 h 10379"/>
                <a:gd name="connsiteX18-845" fmla="*/ 327 w 10051"/>
                <a:gd name="connsiteY18-846" fmla="*/ 10000 h 10379"/>
                <a:gd name="connsiteX19-847" fmla="*/ 686 w 10051"/>
                <a:gd name="connsiteY19-848" fmla="*/ 10000 h 10379"/>
                <a:gd name="connsiteX20-849" fmla="*/ 1322 w 10051"/>
                <a:gd name="connsiteY20-850" fmla="*/ 10000 h 10379"/>
                <a:gd name="connsiteX21-851" fmla="*/ 2095 w 10051"/>
                <a:gd name="connsiteY21-852" fmla="*/ 10000 h 10379"/>
                <a:gd name="connsiteX22-853" fmla="*/ 2979 w 10051"/>
                <a:gd name="connsiteY22-854" fmla="*/ 10000 h 10379"/>
                <a:gd name="connsiteX23-855" fmla="*/ 3974 w 10051"/>
                <a:gd name="connsiteY23-856" fmla="*/ 10000 h 10379"/>
                <a:gd name="connsiteX24-857" fmla="*/ 5023 w 10051"/>
                <a:gd name="connsiteY24-858" fmla="*/ 10000 h 10379"/>
                <a:gd name="connsiteX25-859" fmla="*/ 6045 w 10051"/>
                <a:gd name="connsiteY25-860" fmla="*/ 10000 h 10379"/>
                <a:gd name="connsiteX26-861" fmla="*/ 7012 w 10051"/>
                <a:gd name="connsiteY26-862" fmla="*/ 10000 h 10379"/>
                <a:gd name="connsiteX27-863" fmla="*/ 7952 w 10051"/>
                <a:gd name="connsiteY27-864" fmla="*/ 10000 h 10379"/>
                <a:gd name="connsiteX28-865" fmla="*/ 8753 w 10051"/>
                <a:gd name="connsiteY28-866" fmla="*/ 10000 h 10379"/>
                <a:gd name="connsiteX29-867" fmla="*/ 9360 w 10051"/>
                <a:gd name="connsiteY29-868" fmla="*/ 10000 h 10379"/>
                <a:gd name="connsiteX30-869" fmla="*/ 9775 w 10051"/>
                <a:gd name="connsiteY30-870" fmla="*/ 10000 h 10379"/>
                <a:gd name="connsiteX31-871" fmla="*/ 9885 w 10051"/>
                <a:gd name="connsiteY31-872" fmla="*/ 10000 h 10379"/>
                <a:gd name="connsiteX32-873" fmla="*/ 9941 w 10051"/>
                <a:gd name="connsiteY32-874" fmla="*/ 9946 h 10379"/>
                <a:gd name="connsiteX33-875" fmla="*/ 9996 w 10051"/>
                <a:gd name="connsiteY33-876" fmla="*/ 9837 h 10379"/>
                <a:gd name="connsiteX34-877" fmla="*/ 10023 w 10051"/>
                <a:gd name="connsiteY34-878" fmla="*/ 9728 h 10379"/>
                <a:gd name="connsiteX35-879" fmla="*/ 10051 w 10051"/>
                <a:gd name="connsiteY35-880" fmla="*/ 9674 h 10379"/>
                <a:gd name="connsiteX36-881" fmla="*/ 10051 w 10051"/>
                <a:gd name="connsiteY36-882" fmla="*/ 9511 h 10379"/>
                <a:gd name="connsiteX37-883" fmla="*/ 10051 w 10051"/>
                <a:gd name="connsiteY37-884" fmla="*/ 9457 h 10379"/>
                <a:gd name="connsiteX38-885" fmla="*/ 10051 w 10051"/>
                <a:gd name="connsiteY38-886" fmla="*/ 9457 h 10379"/>
                <a:gd name="connsiteX39-887" fmla="*/ 10051 w 10051"/>
                <a:gd name="connsiteY39-888" fmla="*/ 8696 h 10379"/>
                <a:gd name="connsiteX40-889" fmla="*/ 10051 w 10051"/>
                <a:gd name="connsiteY40-890" fmla="*/ 7663 h 10379"/>
                <a:gd name="connsiteX41-891" fmla="*/ 10051 w 10051"/>
                <a:gd name="connsiteY41-892" fmla="*/ 6304 h 10379"/>
                <a:gd name="connsiteX42-893" fmla="*/ 10051 w 10051"/>
                <a:gd name="connsiteY42-894" fmla="*/ 4783 h 10379"/>
                <a:gd name="connsiteX43-895" fmla="*/ 10051 w 10051"/>
                <a:gd name="connsiteY43-896" fmla="*/ 3207 h 10379"/>
                <a:gd name="connsiteX44-897" fmla="*/ 10051 w 10051"/>
                <a:gd name="connsiteY44-898" fmla="*/ 1630 h 10379"/>
                <a:gd name="connsiteX45-899" fmla="*/ 10051 w 10051"/>
                <a:gd name="connsiteY45-900" fmla="*/ 0 h 10379"/>
                <a:gd name="connsiteX0-901" fmla="*/ 10051 w 10051"/>
                <a:gd name="connsiteY0-902" fmla="*/ 0 h 10379"/>
                <a:gd name="connsiteX1-903" fmla="*/ 9139 w 10051"/>
                <a:gd name="connsiteY1-904" fmla="*/ 1250 h 10379"/>
                <a:gd name="connsiteX2-905" fmla="*/ 8117 w 10051"/>
                <a:gd name="connsiteY2-906" fmla="*/ 2174 h 10379"/>
                <a:gd name="connsiteX3-907" fmla="*/ 6985 w 10051"/>
                <a:gd name="connsiteY3-908" fmla="*/ 2826 h 10379"/>
                <a:gd name="connsiteX4-909" fmla="*/ 5797 w 10051"/>
                <a:gd name="connsiteY4-910" fmla="*/ 3152 h 10379"/>
                <a:gd name="connsiteX5-911" fmla="*/ 5686 w 10051"/>
                <a:gd name="connsiteY5-912" fmla="*/ 3913 h 10379"/>
                <a:gd name="connsiteX6-913" fmla="*/ 5438 w 10051"/>
                <a:gd name="connsiteY6-914" fmla="*/ 4457 h 10379"/>
                <a:gd name="connsiteX7-915" fmla="*/ 5051 w 10051"/>
                <a:gd name="connsiteY7-916" fmla="*/ 4620 h 10379"/>
                <a:gd name="connsiteX8-917" fmla="*/ 4692 w 10051"/>
                <a:gd name="connsiteY8-918" fmla="*/ 4457 h 10379"/>
                <a:gd name="connsiteX9-919" fmla="*/ 4443 w 10051"/>
                <a:gd name="connsiteY9-920" fmla="*/ 3913 h 10379"/>
                <a:gd name="connsiteX10-921" fmla="*/ 4305 w 10051"/>
                <a:gd name="connsiteY10-922" fmla="*/ 3152 h 10379"/>
                <a:gd name="connsiteX11-923" fmla="*/ 3145 w 10051"/>
                <a:gd name="connsiteY11-924" fmla="*/ 2826 h 10379"/>
                <a:gd name="connsiteX12-925" fmla="*/ 2040 w 10051"/>
                <a:gd name="connsiteY12-926" fmla="*/ 2174 h 10379"/>
                <a:gd name="connsiteX13-927" fmla="*/ 1018 w 10051"/>
                <a:gd name="connsiteY13-928" fmla="*/ 1250 h 10379"/>
                <a:gd name="connsiteX14-929" fmla="*/ 79 w 10051"/>
                <a:gd name="connsiteY14-930" fmla="*/ 0 h 10379"/>
                <a:gd name="connsiteX15-931" fmla="*/ 51 w 10051"/>
                <a:gd name="connsiteY15-932" fmla="*/ 9511 h 10379"/>
                <a:gd name="connsiteX16-933" fmla="*/ 300 w 10051"/>
                <a:gd name="connsiteY16-934" fmla="*/ 10000 h 10379"/>
                <a:gd name="connsiteX17-935" fmla="*/ 327 w 10051"/>
                <a:gd name="connsiteY17-936" fmla="*/ 10000 h 10379"/>
                <a:gd name="connsiteX18-937" fmla="*/ 686 w 10051"/>
                <a:gd name="connsiteY18-938" fmla="*/ 10000 h 10379"/>
                <a:gd name="connsiteX19-939" fmla="*/ 1322 w 10051"/>
                <a:gd name="connsiteY19-940" fmla="*/ 10000 h 10379"/>
                <a:gd name="connsiteX20-941" fmla="*/ 2095 w 10051"/>
                <a:gd name="connsiteY20-942" fmla="*/ 10000 h 10379"/>
                <a:gd name="connsiteX21-943" fmla="*/ 2979 w 10051"/>
                <a:gd name="connsiteY21-944" fmla="*/ 10000 h 10379"/>
                <a:gd name="connsiteX22-945" fmla="*/ 3974 w 10051"/>
                <a:gd name="connsiteY22-946" fmla="*/ 10000 h 10379"/>
                <a:gd name="connsiteX23-947" fmla="*/ 5023 w 10051"/>
                <a:gd name="connsiteY23-948" fmla="*/ 10000 h 10379"/>
                <a:gd name="connsiteX24-949" fmla="*/ 6045 w 10051"/>
                <a:gd name="connsiteY24-950" fmla="*/ 10000 h 10379"/>
                <a:gd name="connsiteX25-951" fmla="*/ 7012 w 10051"/>
                <a:gd name="connsiteY25-952" fmla="*/ 10000 h 10379"/>
                <a:gd name="connsiteX26-953" fmla="*/ 7952 w 10051"/>
                <a:gd name="connsiteY26-954" fmla="*/ 10000 h 10379"/>
                <a:gd name="connsiteX27-955" fmla="*/ 8753 w 10051"/>
                <a:gd name="connsiteY27-956" fmla="*/ 10000 h 10379"/>
                <a:gd name="connsiteX28-957" fmla="*/ 9360 w 10051"/>
                <a:gd name="connsiteY28-958" fmla="*/ 10000 h 10379"/>
                <a:gd name="connsiteX29-959" fmla="*/ 9775 w 10051"/>
                <a:gd name="connsiteY29-960" fmla="*/ 10000 h 10379"/>
                <a:gd name="connsiteX30-961" fmla="*/ 9885 w 10051"/>
                <a:gd name="connsiteY30-962" fmla="*/ 10000 h 10379"/>
                <a:gd name="connsiteX31-963" fmla="*/ 9941 w 10051"/>
                <a:gd name="connsiteY31-964" fmla="*/ 9946 h 10379"/>
                <a:gd name="connsiteX32-965" fmla="*/ 9996 w 10051"/>
                <a:gd name="connsiteY32-966" fmla="*/ 9837 h 10379"/>
                <a:gd name="connsiteX33-967" fmla="*/ 10023 w 10051"/>
                <a:gd name="connsiteY33-968" fmla="*/ 9728 h 10379"/>
                <a:gd name="connsiteX34-969" fmla="*/ 10051 w 10051"/>
                <a:gd name="connsiteY34-970" fmla="*/ 9674 h 10379"/>
                <a:gd name="connsiteX35-971" fmla="*/ 10051 w 10051"/>
                <a:gd name="connsiteY35-972" fmla="*/ 9511 h 10379"/>
                <a:gd name="connsiteX36-973" fmla="*/ 10051 w 10051"/>
                <a:gd name="connsiteY36-974" fmla="*/ 9457 h 10379"/>
                <a:gd name="connsiteX37-975" fmla="*/ 10051 w 10051"/>
                <a:gd name="connsiteY37-976" fmla="*/ 9457 h 10379"/>
                <a:gd name="connsiteX38-977" fmla="*/ 10051 w 10051"/>
                <a:gd name="connsiteY38-978" fmla="*/ 8696 h 10379"/>
                <a:gd name="connsiteX39-979" fmla="*/ 10051 w 10051"/>
                <a:gd name="connsiteY39-980" fmla="*/ 7663 h 10379"/>
                <a:gd name="connsiteX40-981" fmla="*/ 10051 w 10051"/>
                <a:gd name="connsiteY40-982" fmla="*/ 6304 h 10379"/>
                <a:gd name="connsiteX41-983" fmla="*/ 10051 w 10051"/>
                <a:gd name="connsiteY41-984" fmla="*/ 4783 h 10379"/>
                <a:gd name="connsiteX42-985" fmla="*/ 10051 w 10051"/>
                <a:gd name="connsiteY42-986" fmla="*/ 3207 h 10379"/>
                <a:gd name="connsiteX43-987" fmla="*/ 10051 w 10051"/>
                <a:gd name="connsiteY43-988" fmla="*/ 1630 h 10379"/>
                <a:gd name="connsiteX44-989" fmla="*/ 10051 w 10051"/>
                <a:gd name="connsiteY44-990" fmla="*/ 0 h 10379"/>
                <a:gd name="connsiteX0-991" fmla="*/ 10051 w 10051"/>
                <a:gd name="connsiteY0-992" fmla="*/ 0 h 10379"/>
                <a:gd name="connsiteX1-993" fmla="*/ 9139 w 10051"/>
                <a:gd name="connsiteY1-994" fmla="*/ 1250 h 10379"/>
                <a:gd name="connsiteX2-995" fmla="*/ 8117 w 10051"/>
                <a:gd name="connsiteY2-996" fmla="*/ 2174 h 10379"/>
                <a:gd name="connsiteX3-997" fmla="*/ 6985 w 10051"/>
                <a:gd name="connsiteY3-998" fmla="*/ 2826 h 10379"/>
                <a:gd name="connsiteX4-999" fmla="*/ 5797 w 10051"/>
                <a:gd name="connsiteY4-1000" fmla="*/ 3152 h 10379"/>
                <a:gd name="connsiteX5-1001" fmla="*/ 5686 w 10051"/>
                <a:gd name="connsiteY5-1002" fmla="*/ 3913 h 10379"/>
                <a:gd name="connsiteX6-1003" fmla="*/ 5438 w 10051"/>
                <a:gd name="connsiteY6-1004" fmla="*/ 4457 h 10379"/>
                <a:gd name="connsiteX7-1005" fmla="*/ 5051 w 10051"/>
                <a:gd name="connsiteY7-1006" fmla="*/ 4620 h 10379"/>
                <a:gd name="connsiteX8-1007" fmla="*/ 4692 w 10051"/>
                <a:gd name="connsiteY8-1008" fmla="*/ 4457 h 10379"/>
                <a:gd name="connsiteX9-1009" fmla="*/ 4443 w 10051"/>
                <a:gd name="connsiteY9-1010" fmla="*/ 3913 h 10379"/>
                <a:gd name="connsiteX10-1011" fmla="*/ 4305 w 10051"/>
                <a:gd name="connsiteY10-1012" fmla="*/ 3152 h 10379"/>
                <a:gd name="connsiteX11-1013" fmla="*/ 3145 w 10051"/>
                <a:gd name="connsiteY11-1014" fmla="*/ 2826 h 10379"/>
                <a:gd name="connsiteX12-1015" fmla="*/ 2040 w 10051"/>
                <a:gd name="connsiteY12-1016" fmla="*/ 2174 h 10379"/>
                <a:gd name="connsiteX13-1017" fmla="*/ 1018 w 10051"/>
                <a:gd name="connsiteY13-1018" fmla="*/ 1250 h 10379"/>
                <a:gd name="connsiteX14-1019" fmla="*/ 79 w 10051"/>
                <a:gd name="connsiteY14-1020" fmla="*/ 0 h 10379"/>
                <a:gd name="connsiteX15-1021" fmla="*/ 51 w 10051"/>
                <a:gd name="connsiteY15-1022" fmla="*/ 9511 h 10379"/>
                <a:gd name="connsiteX16-1023" fmla="*/ 300 w 10051"/>
                <a:gd name="connsiteY16-1024" fmla="*/ 10000 h 10379"/>
                <a:gd name="connsiteX17-1025" fmla="*/ 327 w 10051"/>
                <a:gd name="connsiteY17-1026" fmla="*/ 10000 h 10379"/>
                <a:gd name="connsiteX18-1027" fmla="*/ 1322 w 10051"/>
                <a:gd name="connsiteY18-1028" fmla="*/ 10000 h 10379"/>
                <a:gd name="connsiteX19-1029" fmla="*/ 2095 w 10051"/>
                <a:gd name="connsiteY19-1030" fmla="*/ 10000 h 10379"/>
                <a:gd name="connsiteX20-1031" fmla="*/ 2979 w 10051"/>
                <a:gd name="connsiteY20-1032" fmla="*/ 10000 h 10379"/>
                <a:gd name="connsiteX21-1033" fmla="*/ 3974 w 10051"/>
                <a:gd name="connsiteY21-1034" fmla="*/ 10000 h 10379"/>
                <a:gd name="connsiteX22-1035" fmla="*/ 5023 w 10051"/>
                <a:gd name="connsiteY22-1036" fmla="*/ 10000 h 10379"/>
                <a:gd name="connsiteX23-1037" fmla="*/ 6045 w 10051"/>
                <a:gd name="connsiteY23-1038" fmla="*/ 10000 h 10379"/>
                <a:gd name="connsiteX24-1039" fmla="*/ 7012 w 10051"/>
                <a:gd name="connsiteY24-1040" fmla="*/ 10000 h 10379"/>
                <a:gd name="connsiteX25-1041" fmla="*/ 7952 w 10051"/>
                <a:gd name="connsiteY25-1042" fmla="*/ 10000 h 10379"/>
                <a:gd name="connsiteX26-1043" fmla="*/ 8753 w 10051"/>
                <a:gd name="connsiteY26-1044" fmla="*/ 10000 h 10379"/>
                <a:gd name="connsiteX27-1045" fmla="*/ 9360 w 10051"/>
                <a:gd name="connsiteY27-1046" fmla="*/ 10000 h 10379"/>
                <a:gd name="connsiteX28-1047" fmla="*/ 9775 w 10051"/>
                <a:gd name="connsiteY28-1048" fmla="*/ 10000 h 10379"/>
                <a:gd name="connsiteX29-1049" fmla="*/ 9885 w 10051"/>
                <a:gd name="connsiteY29-1050" fmla="*/ 10000 h 10379"/>
                <a:gd name="connsiteX30-1051" fmla="*/ 9941 w 10051"/>
                <a:gd name="connsiteY30-1052" fmla="*/ 9946 h 10379"/>
                <a:gd name="connsiteX31-1053" fmla="*/ 9996 w 10051"/>
                <a:gd name="connsiteY31-1054" fmla="*/ 9837 h 10379"/>
                <a:gd name="connsiteX32-1055" fmla="*/ 10023 w 10051"/>
                <a:gd name="connsiteY32-1056" fmla="*/ 9728 h 10379"/>
                <a:gd name="connsiteX33-1057" fmla="*/ 10051 w 10051"/>
                <a:gd name="connsiteY33-1058" fmla="*/ 9674 h 10379"/>
                <a:gd name="connsiteX34-1059" fmla="*/ 10051 w 10051"/>
                <a:gd name="connsiteY34-1060" fmla="*/ 9511 h 10379"/>
                <a:gd name="connsiteX35-1061" fmla="*/ 10051 w 10051"/>
                <a:gd name="connsiteY35-1062" fmla="*/ 9457 h 10379"/>
                <a:gd name="connsiteX36-1063" fmla="*/ 10051 w 10051"/>
                <a:gd name="connsiteY36-1064" fmla="*/ 9457 h 10379"/>
                <a:gd name="connsiteX37-1065" fmla="*/ 10051 w 10051"/>
                <a:gd name="connsiteY37-1066" fmla="*/ 8696 h 10379"/>
                <a:gd name="connsiteX38-1067" fmla="*/ 10051 w 10051"/>
                <a:gd name="connsiteY38-1068" fmla="*/ 7663 h 10379"/>
                <a:gd name="connsiteX39-1069" fmla="*/ 10051 w 10051"/>
                <a:gd name="connsiteY39-1070" fmla="*/ 6304 h 10379"/>
                <a:gd name="connsiteX40-1071" fmla="*/ 10051 w 10051"/>
                <a:gd name="connsiteY40-1072" fmla="*/ 4783 h 10379"/>
                <a:gd name="connsiteX41-1073" fmla="*/ 10051 w 10051"/>
                <a:gd name="connsiteY41-1074" fmla="*/ 3207 h 10379"/>
                <a:gd name="connsiteX42-1075" fmla="*/ 10051 w 10051"/>
                <a:gd name="connsiteY42-1076" fmla="*/ 1630 h 10379"/>
                <a:gd name="connsiteX43-1077" fmla="*/ 10051 w 10051"/>
                <a:gd name="connsiteY43-1078" fmla="*/ 0 h 10379"/>
                <a:gd name="connsiteX0-1079" fmla="*/ 10051 w 10051"/>
                <a:gd name="connsiteY0-1080" fmla="*/ 0 h 10379"/>
                <a:gd name="connsiteX1-1081" fmla="*/ 9139 w 10051"/>
                <a:gd name="connsiteY1-1082" fmla="*/ 1250 h 10379"/>
                <a:gd name="connsiteX2-1083" fmla="*/ 8117 w 10051"/>
                <a:gd name="connsiteY2-1084" fmla="*/ 2174 h 10379"/>
                <a:gd name="connsiteX3-1085" fmla="*/ 6985 w 10051"/>
                <a:gd name="connsiteY3-1086" fmla="*/ 2826 h 10379"/>
                <a:gd name="connsiteX4-1087" fmla="*/ 5797 w 10051"/>
                <a:gd name="connsiteY4-1088" fmla="*/ 3152 h 10379"/>
                <a:gd name="connsiteX5-1089" fmla="*/ 5686 w 10051"/>
                <a:gd name="connsiteY5-1090" fmla="*/ 3913 h 10379"/>
                <a:gd name="connsiteX6-1091" fmla="*/ 5438 w 10051"/>
                <a:gd name="connsiteY6-1092" fmla="*/ 4457 h 10379"/>
                <a:gd name="connsiteX7-1093" fmla="*/ 5051 w 10051"/>
                <a:gd name="connsiteY7-1094" fmla="*/ 4620 h 10379"/>
                <a:gd name="connsiteX8-1095" fmla="*/ 4692 w 10051"/>
                <a:gd name="connsiteY8-1096" fmla="*/ 4457 h 10379"/>
                <a:gd name="connsiteX9-1097" fmla="*/ 4443 w 10051"/>
                <a:gd name="connsiteY9-1098" fmla="*/ 3913 h 10379"/>
                <a:gd name="connsiteX10-1099" fmla="*/ 4305 w 10051"/>
                <a:gd name="connsiteY10-1100" fmla="*/ 3152 h 10379"/>
                <a:gd name="connsiteX11-1101" fmla="*/ 3145 w 10051"/>
                <a:gd name="connsiteY11-1102" fmla="*/ 2826 h 10379"/>
                <a:gd name="connsiteX12-1103" fmla="*/ 2040 w 10051"/>
                <a:gd name="connsiteY12-1104" fmla="*/ 2174 h 10379"/>
                <a:gd name="connsiteX13-1105" fmla="*/ 1018 w 10051"/>
                <a:gd name="connsiteY13-1106" fmla="*/ 1250 h 10379"/>
                <a:gd name="connsiteX14-1107" fmla="*/ 79 w 10051"/>
                <a:gd name="connsiteY14-1108" fmla="*/ 0 h 10379"/>
                <a:gd name="connsiteX15-1109" fmla="*/ 51 w 10051"/>
                <a:gd name="connsiteY15-1110" fmla="*/ 9511 h 10379"/>
                <a:gd name="connsiteX16-1111" fmla="*/ 300 w 10051"/>
                <a:gd name="connsiteY16-1112" fmla="*/ 10000 h 10379"/>
                <a:gd name="connsiteX17-1113" fmla="*/ 327 w 10051"/>
                <a:gd name="connsiteY17-1114" fmla="*/ 10000 h 10379"/>
                <a:gd name="connsiteX18-1115" fmla="*/ 2095 w 10051"/>
                <a:gd name="connsiteY18-1116" fmla="*/ 10000 h 10379"/>
                <a:gd name="connsiteX19-1117" fmla="*/ 2979 w 10051"/>
                <a:gd name="connsiteY19-1118" fmla="*/ 10000 h 10379"/>
                <a:gd name="connsiteX20-1119" fmla="*/ 3974 w 10051"/>
                <a:gd name="connsiteY20-1120" fmla="*/ 10000 h 10379"/>
                <a:gd name="connsiteX21-1121" fmla="*/ 5023 w 10051"/>
                <a:gd name="connsiteY21-1122" fmla="*/ 10000 h 10379"/>
                <a:gd name="connsiteX22-1123" fmla="*/ 6045 w 10051"/>
                <a:gd name="connsiteY22-1124" fmla="*/ 10000 h 10379"/>
                <a:gd name="connsiteX23-1125" fmla="*/ 7012 w 10051"/>
                <a:gd name="connsiteY23-1126" fmla="*/ 10000 h 10379"/>
                <a:gd name="connsiteX24-1127" fmla="*/ 7952 w 10051"/>
                <a:gd name="connsiteY24-1128" fmla="*/ 10000 h 10379"/>
                <a:gd name="connsiteX25-1129" fmla="*/ 8753 w 10051"/>
                <a:gd name="connsiteY25-1130" fmla="*/ 10000 h 10379"/>
                <a:gd name="connsiteX26-1131" fmla="*/ 9360 w 10051"/>
                <a:gd name="connsiteY26-1132" fmla="*/ 10000 h 10379"/>
                <a:gd name="connsiteX27-1133" fmla="*/ 9775 w 10051"/>
                <a:gd name="connsiteY27-1134" fmla="*/ 10000 h 10379"/>
                <a:gd name="connsiteX28-1135" fmla="*/ 9885 w 10051"/>
                <a:gd name="connsiteY28-1136" fmla="*/ 10000 h 10379"/>
                <a:gd name="connsiteX29-1137" fmla="*/ 9941 w 10051"/>
                <a:gd name="connsiteY29-1138" fmla="*/ 9946 h 10379"/>
                <a:gd name="connsiteX30-1139" fmla="*/ 9996 w 10051"/>
                <a:gd name="connsiteY30-1140" fmla="*/ 9837 h 10379"/>
                <a:gd name="connsiteX31-1141" fmla="*/ 10023 w 10051"/>
                <a:gd name="connsiteY31-1142" fmla="*/ 9728 h 10379"/>
                <a:gd name="connsiteX32-1143" fmla="*/ 10051 w 10051"/>
                <a:gd name="connsiteY32-1144" fmla="*/ 9674 h 10379"/>
                <a:gd name="connsiteX33-1145" fmla="*/ 10051 w 10051"/>
                <a:gd name="connsiteY33-1146" fmla="*/ 9511 h 10379"/>
                <a:gd name="connsiteX34-1147" fmla="*/ 10051 w 10051"/>
                <a:gd name="connsiteY34-1148" fmla="*/ 9457 h 10379"/>
                <a:gd name="connsiteX35-1149" fmla="*/ 10051 w 10051"/>
                <a:gd name="connsiteY35-1150" fmla="*/ 9457 h 10379"/>
                <a:gd name="connsiteX36-1151" fmla="*/ 10051 w 10051"/>
                <a:gd name="connsiteY36-1152" fmla="*/ 8696 h 10379"/>
                <a:gd name="connsiteX37-1153" fmla="*/ 10051 w 10051"/>
                <a:gd name="connsiteY37-1154" fmla="*/ 7663 h 10379"/>
                <a:gd name="connsiteX38-1155" fmla="*/ 10051 w 10051"/>
                <a:gd name="connsiteY38-1156" fmla="*/ 6304 h 10379"/>
                <a:gd name="connsiteX39-1157" fmla="*/ 10051 w 10051"/>
                <a:gd name="connsiteY39-1158" fmla="*/ 4783 h 10379"/>
                <a:gd name="connsiteX40-1159" fmla="*/ 10051 w 10051"/>
                <a:gd name="connsiteY40-1160" fmla="*/ 3207 h 10379"/>
                <a:gd name="connsiteX41-1161" fmla="*/ 10051 w 10051"/>
                <a:gd name="connsiteY41-1162" fmla="*/ 1630 h 10379"/>
                <a:gd name="connsiteX42-1163" fmla="*/ 10051 w 10051"/>
                <a:gd name="connsiteY42-1164" fmla="*/ 0 h 10379"/>
                <a:gd name="connsiteX0-1165" fmla="*/ 10051 w 10051"/>
                <a:gd name="connsiteY0-1166" fmla="*/ 0 h 10379"/>
                <a:gd name="connsiteX1-1167" fmla="*/ 9139 w 10051"/>
                <a:gd name="connsiteY1-1168" fmla="*/ 1250 h 10379"/>
                <a:gd name="connsiteX2-1169" fmla="*/ 8117 w 10051"/>
                <a:gd name="connsiteY2-1170" fmla="*/ 2174 h 10379"/>
                <a:gd name="connsiteX3-1171" fmla="*/ 6985 w 10051"/>
                <a:gd name="connsiteY3-1172" fmla="*/ 2826 h 10379"/>
                <a:gd name="connsiteX4-1173" fmla="*/ 5797 w 10051"/>
                <a:gd name="connsiteY4-1174" fmla="*/ 3152 h 10379"/>
                <a:gd name="connsiteX5-1175" fmla="*/ 5686 w 10051"/>
                <a:gd name="connsiteY5-1176" fmla="*/ 3913 h 10379"/>
                <a:gd name="connsiteX6-1177" fmla="*/ 5438 w 10051"/>
                <a:gd name="connsiteY6-1178" fmla="*/ 4457 h 10379"/>
                <a:gd name="connsiteX7-1179" fmla="*/ 5051 w 10051"/>
                <a:gd name="connsiteY7-1180" fmla="*/ 4620 h 10379"/>
                <a:gd name="connsiteX8-1181" fmla="*/ 4692 w 10051"/>
                <a:gd name="connsiteY8-1182" fmla="*/ 4457 h 10379"/>
                <a:gd name="connsiteX9-1183" fmla="*/ 4443 w 10051"/>
                <a:gd name="connsiteY9-1184" fmla="*/ 3913 h 10379"/>
                <a:gd name="connsiteX10-1185" fmla="*/ 4305 w 10051"/>
                <a:gd name="connsiteY10-1186" fmla="*/ 3152 h 10379"/>
                <a:gd name="connsiteX11-1187" fmla="*/ 3145 w 10051"/>
                <a:gd name="connsiteY11-1188" fmla="*/ 2826 h 10379"/>
                <a:gd name="connsiteX12-1189" fmla="*/ 2040 w 10051"/>
                <a:gd name="connsiteY12-1190" fmla="*/ 2174 h 10379"/>
                <a:gd name="connsiteX13-1191" fmla="*/ 1018 w 10051"/>
                <a:gd name="connsiteY13-1192" fmla="*/ 1250 h 10379"/>
                <a:gd name="connsiteX14-1193" fmla="*/ 79 w 10051"/>
                <a:gd name="connsiteY14-1194" fmla="*/ 0 h 10379"/>
                <a:gd name="connsiteX15-1195" fmla="*/ 51 w 10051"/>
                <a:gd name="connsiteY15-1196" fmla="*/ 9511 h 10379"/>
                <a:gd name="connsiteX16-1197" fmla="*/ 300 w 10051"/>
                <a:gd name="connsiteY16-1198" fmla="*/ 10000 h 10379"/>
                <a:gd name="connsiteX17-1199" fmla="*/ 327 w 10051"/>
                <a:gd name="connsiteY17-1200" fmla="*/ 10000 h 10379"/>
                <a:gd name="connsiteX18-1201" fmla="*/ 2979 w 10051"/>
                <a:gd name="connsiteY18-1202" fmla="*/ 10000 h 10379"/>
                <a:gd name="connsiteX19-1203" fmla="*/ 3974 w 10051"/>
                <a:gd name="connsiteY19-1204" fmla="*/ 10000 h 10379"/>
                <a:gd name="connsiteX20-1205" fmla="*/ 5023 w 10051"/>
                <a:gd name="connsiteY20-1206" fmla="*/ 10000 h 10379"/>
                <a:gd name="connsiteX21-1207" fmla="*/ 6045 w 10051"/>
                <a:gd name="connsiteY21-1208" fmla="*/ 10000 h 10379"/>
                <a:gd name="connsiteX22-1209" fmla="*/ 7012 w 10051"/>
                <a:gd name="connsiteY22-1210" fmla="*/ 10000 h 10379"/>
                <a:gd name="connsiteX23-1211" fmla="*/ 7952 w 10051"/>
                <a:gd name="connsiteY23-1212" fmla="*/ 10000 h 10379"/>
                <a:gd name="connsiteX24-1213" fmla="*/ 8753 w 10051"/>
                <a:gd name="connsiteY24-1214" fmla="*/ 10000 h 10379"/>
                <a:gd name="connsiteX25-1215" fmla="*/ 9360 w 10051"/>
                <a:gd name="connsiteY25-1216" fmla="*/ 10000 h 10379"/>
                <a:gd name="connsiteX26-1217" fmla="*/ 9775 w 10051"/>
                <a:gd name="connsiteY26-1218" fmla="*/ 10000 h 10379"/>
                <a:gd name="connsiteX27-1219" fmla="*/ 9885 w 10051"/>
                <a:gd name="connsiteY27-1220" fmla="*/ 10000 h 10379"/>
                <a:gd name="connsiteX28-1221" fmla="*/ 9941 w 10051"/>
                <a:gd name="connsiteY28-1222" fmla="*/ 9946 h 10379"/>
                <a:gd name="connsiteX29-1223" fmla="*/ 9996 w 10051"/>
                <a:gd name="connsiteY29-1224" fmla="*/ 9837 h 10379"/>
                <a:gd name="connsiteX30-1225" fmla="*/ 10023 w 10051"/>
                <a:gd name="connsiteY30-1226" fmla="*/ 9728 h 10379"/>
                <a:gd name="connsiteX31-1227" fmla="*/ 10051 w 10051"/>
                <a:gd name="connsiteY31-1228" fmla="*/ 9674 h 10379"/>
                <a:gd name="connsiteX32-1229" fmla="*/ 10051 w 10051"/>
                <a:gd name="connsiteY32-1230" fmla="*/ 9511 h 10379"/>
                <a:gd name="connsiteX33-1231" fmla="*/ 10051 w 10051"/>
                <a:gd name="connsiteY33-1232" fmla="*/ 9457 h 10379"/>
                <a:gd name="connsiteX34-1233" fmla="*/ 10051 w 10051"/>
                <a:gd name="connsiteY34-1234" fmla="*/ 9457 h 10379"/>
                <a:gd name="connsiteX35-1235" fmla="*/ 10051 w 10051"/>
                <a:gd name="connsiteY35-1236" fmla="*/ 8696 h 10379"/>
                <a:gd name="connsiteX36-1237" fmla="*/ 10051 w 10051"/>
                <a:gd name="connsiteY36-1238" fmla="*/ 7663 h 10379"/>
                <a:gd name="connsiteX37-1239" fmla="*/ 10051 w 10051"/>
                <a:gd name="connsiteY37-1240" fmla="*/ 6304 h 10379"/>
                <a:gd name="connsiteX38-1241" fmla="*/ 10051 w 10051"/>
                <a:gd name="connsiteY38-1242" fmla="*/ 4783 h 10379"/>
                <a:gd name="connsiteX39-1243" fmla="*/ 10051 w 10051"/>
                <a:gd name="connsiteY39-1244" fmla="*/ 3207 h 10379"/>
                <a:gd name="connsiteX40-1245" fmla="*/ 10051 w 10051"/>
                <a:gd name="connsiteY40-1246" fmla="*/ 1630 h 10379"/>
                <a:gd name="connsiteX41-1247" fmla="*/ 10051 w 10051"/>
                <a:gd name="connsiteY41-1248" fmla="*/ 0 h 10379"/>
                <a:gd name="connsiteX0-1249" fmla="*/ 10051 w 10051"/>
                <a:gd name="connsiteY0-1250" fmla="*/ 0 h 10379"/>
                <a:gd name="connsiteX1-1251" fmla="*/ 9139 w 10051"/>
                <a:gd name="connsiteY1-1252" fmla="*/ 1250 h 10379"/>
                <a:gd name="connsiteX2-1253" fmla="*/ 8117 w 10051"/>
                <a:gd name="connsiteY2-1254" fmla="*/ 2174 h 10379"/>
                <a:gd name="connsiteX3-1255" fmla="*/ 6985 w 10051"/>
                <a:gd name="connsiteY3-1256" fmla="*/ 2826 h 10379"/>
                <a:gd name="connsiteX4-1257" fmla="*/ 5797 w 10051"/>
                <a:gd name="connsiteY4-1258" fmla="*/ 3152 h 10379"/>
                <a:gd name="connsiteX5-1259" fmla="*/ 5686 w 10051"/>
                <a:gd name="connsiteY5-1260" fmla="*/ 3913 h 10379"/>
                <a:gd name="connsiteX6-1261" fmla="*/ 5438 w 10051"/>
                <a:gd name="connsiteY6-1262" fmla="*/ 4457 h 10379"/>
                <a:gd name="connsiteX7-1263" fmla="*/ 5051 w 10051"/>
                <a:gd name="connsiteY7-1264" fmla="*/ 4620 h 10379"/>
                <a:gd name="connsiteX8-1265" fmla="*/ 4692 w 10051"/>
                <a:gd name="connsiteY8-1266" fmla="*/ 4457 h 10379"/>
                <a:gd name="connsiteX9-1267" fmla="*/ 4443 w 10051"/>
                <a:gd name="connsiteY9-1268" fmla="*/ 3913 h 10379"/>
                <a:gd name="connsiteX10-1269" fmla="*/ 4305 w 10051"/>
                <a:gd name="connsiteY10-1270" fmla="*/ 3152 h 10379"/>
                <a:gd name="connsiteX11-1271" fmla="*/ 3145 w 10051"/>
                <a:gd name="connsiteY11-1272" fmla="*/ 2826 h 10379"/>
                <a:gd name="connsiteX12-1273" fmla="*/ 2040 w 10051"/>
                <a:gd name="connsiteY12-1274" fmla="*/ 2174 h 10379"/>
                <a:gd name="connsiteX13-1275" fmla="*/ 1018 w 10051"/>
                <a:gd name="connsiteY13-1276" fmla="*/ 1250 h 10379"/>
                <a:gd name="connsiteX14-1277" fmla="*/ 79 w 10051"/>
                <a:gd name="connsiteY14-1278" fmla="*/ 0 h 10379"/>
                <a:gd name="connsiteX15-1279" fmla="*/ 51 w 10051"/>
                <a:gd name="connsiteY15-1280" fmla="*/ 9511 h 10379"/>
                <a:gd name="connsiteX16-1281" fmla="*/ 300 w 10051"/>
                <a:gd name="connsiteY16-1282" fmla="*/ 10000 h 10379"/>
                <a:gd name="connsiteX17-1283" fmla="*/ 327 w 10051"/>
                <a:gd name="connsiteY17-1284" fmla="*/ 10000 h 10379"/>
                <a:gd name="connsiteX18-1285" fmla="*/ 3974 w 10051"/>
                <a:gd name="connsiteY18-1286" fmla="*/ 10000 h 10379"/>
                <a:gd name="connsiteX19-1287" fmla="*/ 5023 w 10051"/>
                <a:gd name="connsiteY19-1288" fmla="*/ 10000 h 10379"/>
                <a:gd name="connsiteX20-1289" fmla="*/ 6045 w 10051"/>
                <a:gd name="connsiteY20-1290" fmla="*/ 10000 h 10379"/>
                <a:gd name="connsiteX21-1291" fmla="*/ 7012 w 10051"/>
                <a:gd name="connsiteY21-1292" fmla="*/ 10000 h 10379"/>
                <a:gd name="connsiteX22-1293" fmla="*/ 7952 w 10051"/>
                <a:gd name="connsiteY22-1294" fmla="*/ 10000 h 10379"/>
                <a:gd name="connsiteX23-1295" fmla="*/ 8753 w 10051"/>
                <a:gd name="connsiteY23-1296" fmla="*/ 10000 h 10379"/>
                <a:gd name="connsiteX24-1297" fmla="*/ 9360 w 10051"/>
                <a:gd name="connsiteY24-1298" fmla="*/ 10000 h 10379"/>
                <a:gd name="connsiteX25-1299" fmla="*/ 9775 w 10051"/>
                <a:gd name="connsiteY25-1300" fmla="*/ 10000 h 10379"/>
                <a:gd name="connsiteX26-1301" fmla="*/ 9885 w 10051"/>
                <a:gd name="connsiteY26-1302" fmla="*/ 10000 h 10379"/>
                <a:gd name="connsiteX27-1303" fmla="*/ 9941 w 10051"/>
                <a:gd name="connsiteY27-1304" fmla="*/ 9946 h 10379"/>
                <a:gd name="connsiteX28-1305" fmla="*/ 9996 w 10051"/>
                <a:gd name="connsiteY28-1306" fmla="*/ 9837 h 10379"/>
                <a:gd name="connsiteX29-1307" fmla="*/ 10023 w 10051"/>
                <a:gd name="connsiteY29-1308" fmla="*/ 9728 h 10379"/>
                <a:gd name="connsiteX30-1309" fmla="*/ 10051 w 10051"/>
                <a:gd name="connsiteY30-1310" fmla="*/ 9674 h 10379"/>
                <a:gd name="connsiteX31-1311" fmla="*/ 10051 w 10051"/>
                <a:gd name="connsiteY31-1312" fmla="*/ 9511 h 10379"/>
                <a:gd name="connsiteX32-1313" fmla="*/ 10051 w 10051"/>
                <a:gd name="connsiteY32-1314" fmla="*/ 9457 h 10379"/>
                <a:gd name="connsiteX33-1315" fmla="*/ 10051 w 10051"/>
                <a:gd name="connsiteY33-1316" fmla="*/ 9457 h 10379"/>
                <a:gd name="connsiteX34-1317" fmla="*/ 10051 w 10051"/>
                <a:gd name="connsiteY34-1318" fmla="*/ 8696 h 10379"/>
                <a:gd name="connsiteX35-1319" fmla="*/ 10051 w 10051"/>
                <a:gd name="connsiteY35-1320" fmla="*/ 7663 h 10379"/>
                <a:gd name="connsiteX36-1321" fmla="*/ 10051 w 10051"/>
                <a:gd name="connsiteY36-1322" fmla="*/ 6304 h 10379"/>
                <a:gd name="connsiteX37-1323" fmla="*/ 10051 w 10051"/>
                <a:gd name="connsiteY37-1324" fmla="*/ 4783 h 10379"/>
                <a:gd name="connsiteX38-1325" fmla="*/ 10051 w 10051"/>
                <a:gd name="connsiteY38-1326" fmla="*/ 3207 h 10379"/>
                <a:gd name="connsiteX39-1327" fmla="*/ 10051 w 10051"/>
                <a:gd name="connsiteY39-1328" fmla="*/ 1630 h 10379"/>
                <a:gd name="connsiteX40-1329" fmla="*/ 10051 w 10051"/>
                <a:gd name="connsiteY40-1330" fmla="*/ 0 h 10379"/>
                <a:gd name="connsiteX0-1331" fmla="*/ 10051 w 10051"/>
                <a:gd name="connsiteY0-1332" fmla="*/ 0 h 10379"/>
                <a:gd name="connsiteX1-1333" fmla="*/ 9139 w 10051"/>
                <a:gd name="connsiteY1-1334" fmla="*/ 1250 h 10379"/>
                <a:gd name="connsiteX2-1335" fmla="*/ 8117 w 10051"/>
                <a:gd name="connsiteY2-1336" fmla="*/ 2174 h 10379"/>
                <a:gd name="connsiteX3-1337" fmla="*/ 6985 w 10051"/>
                <a:gd name="connsiteY3-1338" fmla="*/ 2826 h 10379"/>
                <a:gd name="connsiteX4-1339" fmla="*/ 5797 w 10051"/>
                <a:gd name="connsiteY4-1340" fmla="*/ 3152 h 10379"/>
                <a:gd name="connsiteX5-1341" fmla="*/ 5686 w 10051"/>
                <a:gd name="connsiteY5-1342" fmla="*/ 3913 h 10379"/>
                <a:gd name="connsiteX6-1343" fmla="*/ 5438 w 10051"/>
                <a:gd name="connsiteY6-1344" fmla="*/ 4457 h 10379"/>
                <a:gd name="connsiteX7-1345" fmla="*/ 5051 w 10051"/>
                <a:gd name="connsiteY7-1346" fmla="*/ 4620 h 10379"/>
                <a:gd name="connsiteX8-1347" fmla="*/ 4692 w 10051"/>
                <a:gd name="connsiteY8-1348" fmla="*/ 4457 h 10379"/>
                <a:gd name="connsiteX9-1349" fmla="*/ 4443 w 10051"/>
                <a:gd name="connsiteY9-1350" fmla="*/ 3913 h 10379"/>
                <a:gd name="connsiteX10-1351" fmla="*/ 4305 w 10051"/>
                <a:gd name="connsiteY10-1352" fmla="*/ 3152 h 10379"/>
                <a:gd name="connsiteX11-1353" fmla="*/ 3145 w 10051"/>
                <a:gd name="connsiteY11-1354" fmla="*/ 2826 h 10379"/>
                <a:gd name="connsiteX12-1355" fmla="*/ 2040 w 10051"/>
                <a:gd name="connsiteY12-1356" fmla="*/ 2174 h 10379"/>
                <a:gd name="connsiteX13-1357" fmla="*/ 1018 w 10051"/>
                <a:gd name="connsiteY13-1358" fmla="*/ 1250 h 10379"/>
                <a:gd name="connsiteX14-1359" fmla="*/ 79 w 10051"/>
                <a:gd name="connsiteY14-1360" fmla="*/ 0 h 10379"/>
                <a:gd name="connsiteX15-1361" fmla="*/ 51 w 10051"/>
                <a:gd name="connsiteY15-1362" fmla="*/ 9511 h 10379"/>
                <a:gd name="connsiteX16-1363" fmla="*/ 300 w 10051"/>
                <a:gd name="connsiteY16-1364" fmla="*/ 10000 h 10379"/>
                <a:gd name="connsiteX17-1365" fmla="*/ 327 w 10051"/>
                <a:gd name="connsiteY17-1366" fmla="*/ 10000 h 10379"/>
                <a:gd name="connsiteX18-1367" fmla="*/ 5023 w 10051"/>
                <a:gd name="connsiteY18-1368" fmla="*/ 10000 h 10379"/>
                <a:gd name="connsiteX19-1369" fmla="*/ 6045 w 10051"/>
                <a:gd name="connsiteY19-1370" fmla="*/ 10000 h 10379"/>
                <a:gd name="connsiteX20-1371" fmla="*/ 7012 w 10051"/>
                <a:gd name="connsiteY20-1372" fmla="*/ 10000 h 10379"/>
                <a:gd name="connsiteX21-1373" fmla="*/ 7952 w 10051"/>
                <a:gd name="connsiteY21-1374" fmla="*/ 10000 h 10379"/>
                <a:gd name="connsiteX22-1375" fmla="*/ 8753 w 10051"/>
                <a:gd name="connsiteY22-1376" fmla="*/ 10000 h 10379"/>
                <a:gd name="connsiteX23-1377" fmla="*/ 9360 w 10051"/>
                <a:gd name="connsiteY23-1378" fmla="*/ 10000 h 10379"/>
                <a:gd name="connsiteX24-1379" fmla="*/ 9775 w 10051"/>
                <a:gd name="connsiteY24-1380" fmla="*/ 10000 h 10379"/>
                <a:gd name="connsiteX25-1381" fmla="*/ 9885 w 10051"/>
                <a:gd name="connsiteY25-1382" fmla="*/ 10000 h 10379"/>
                <a:gd name="connsiteX26-1383" fmla="*/ 9941 w 10051"/>
                <a:gd name="connsiteY26-1384" fmla="*/ 9946 h 10379"/>
                <a:gd name="connsiteX27-1385" fmla="*/ 9996 w 10051"/>
                <a:gd name="connsiteY27-1386" fmla="*/ 9837 h 10379"/>
                <a:gd name="connsiteX28-1387" fmla="*/ 10023 w 10051"/>
                <a:gd name="connsiteY28-1388" fmla="*/ 9728 h 10379"/>
                <a:gd name="connsiteX29-1389" fmla="*/ 10051 w 10051"/>
                <a:gd name="connsiteY29-1390" fmla="*/ 9674 h 10379"/>
                <a:gd name="connsiteX30-1391" fmla="*/ 10051 w 10051"/>
                <a:gd name="connsiteY30-1392" fmla="*/ 9511 h 10379"/>
                <a:gd name="connsiteX31-1393" fmla="*/ 10051 w 10051"/>
                <a:gd name="connsiteY31-1394" fmla="*/ 9457 h 10379"/>
                <a:gd name="connsiteX32-1395" fmla="*/ 10051 w 10051"/>
                <a:gd name="connsiteY32-1396" fmla="*/ 9457 h 10379"/>
                <a:gd name="connsiteX33-1397" fmla="*/ 10051 w 10051"/>
                <a:gd name="connsiteY33-1398" fmla="*/ 8696 h 10379"/>
                <a:gd name="connsiteX34-1399" fmla="*/ 10051 w 10051"/>
                <a:gd name="connsiteY34-1400" fmla="*/ 7663 h 10379"/>
                <a:gd name="connsiteX35-1401" fmla="*/ 10051 w 10051"/>
                <a:gd name="connsiteY35-1402" fmla="*/ 6304 h 10379"/>
                <a:gd name="connsiteX36-1403" fmla="*/ 10051 w 10051"/>
                <a:gd name="connsiteY36-1404" fmla="*/ 4783 h 10379"/>
                <a:gd name="connsiteX37-1405" fmla="*/ 10051 w 10051"/>
                <a:gd name="connsiteY37-1406" fmla="*/ 3207 h 10379"/>
                <a:gd name="connsiteX38-1407" fmla="*/ 10051 w 10051"/>
                <a:gd name="connsiteY38-1408" fmla="*/ 1630 h 10379"/>
                <a:gd name="connsiteX39-1409" fmla="*/ 10051 w 10051"/>
                <a:gd name="connsiteY39-1410" fmla="*/ 0 h 10379"/>
                <a:gd name="connsiteX0-1411" fmla="*/ 10051 w 10051"/>
                <a:gd name="connsiteY0-1412" fmla="*/ 0 h 10379"/>
                <a:gd name="connsiteX1-1413" fmla="*/ 9139 w 10051"/>
                <a:gd name="connsiteY1-1414" fmla="*/ 1250 h 10379"/>
                <a:gd name="connsiteX2-1415" fmla="*/ 8117 w 10051"/>
                <a:gd name="connsiteY2-1416" fmla="*/ 2174 h 10379"/>
                <a:gd name="connsiteX3-1417" fmla="*/ 6985 w 10051"/>
                <a:gd name="connsiteY3-1418" fmla="*/ 2826 h 10379"/>
                <a:gd name="connsiteX4-1419" fmla="*/ 5797 w 10051"/>
                <a:gd name="connsiteY4-1420" fmla="*/ 3152 h 10379"/>
                <a:gd name="connsiteX5-1421" fmla="*/ 5686 w 10051"/>
                <a:gd name="connsiteY5-1422" fmla="*/ 3913 h 10379"/>
                <a:gd name="connsiteX6-1423" fmla="*/ 5438 w 10051"/>
                <a:gd name="connsiteY6-1424" fmla="*/ 4457 h 10379"/>
                <a:gd name="connsiteX7-1425" fmla="*/ 5051 w 10051"/>
                <a:gd name="connsiteY7-1426" fmla="*/ 4620 h 10379"/>
                <a:gd name="connsiteX8-1427" fmla="*/ 4692 w 10051"/>
                <a:gd name="connsiteY8-1428" fmla="*/ 4457 h 10379"/>
                <a:gd name="connsiteX9-1429" fmla="*/ 4443 w 10051"/>
                <a:gd name="connsiteY9-1430" fmla="*/ 3913 h 10379"/>
                <a:gd name="connsiteX10-1431" fmla="*/ 4305 w 10051"/>
                <a:gd name="connsiteY10-1432" fmla="*/ 3152 h 10379"/>
                <a:gd name="connsiteX11-1433" fmla="*/ 3145 w 10051"/>
                <a:gd name="connsiteY11-1434" fmla="*/ 2826 h 10379"/>
                <a:gd name="connsiteX12-1435" fmla="*/ 2040 w 10051"/>
                <a:gd name="connsiteY12-1436" fmla="*/ 2174 h 10379"/>
                <a:gd name="connsiteX13-1437" fmla="*/ 1018 w 10051"/>
                <a:gd name="connsiteY13-1438" fmla="*/ 1250 h 10379"/>
                <a:gd name="connsiteX14-1439" fmla="*/ 79 w 10051"/>
                <a:gd name="connsiteY14-1440" fmla="*/ 0 h 10379"/>
                <a:gd name="connsiteX15-1441" fmla="*/ 51 w 10051"/>
                <a:gd name="connsiteY15-1442" fmla="*/ 9511 h 10379"/>
                <a:gd name="connsiteX16-1443" fmla="*/ 300 w 10051"/>
                <a:gd name="connsiteY16-1444" fmla="*/ 10000 h 10379"/>
                <a:gd name="connsiteX17-1445" fmla="*/ 327 w 10051"/>
                <a:gd name="connsiteY17-1446" fmla="*/ 10000 h 10379"/>
                <a:gd name="connsiteX18-1447" fmla="*/ 6045 w 10051"/>
                <a:gd name="connsiteY18-1448" fmla="*/ 10000 h 10379"/>
                <a:gd name="connsiteX19-1449" fmla="*/ 7012 w 10051"/>
                <a:gd name="connsiteY19-1450" fmla="*/ 10000 h 10379"/>
                <a:gd name="connsiteX20-1451" fmla="*/ 7952 w 10051"/>
                <a:gd name="connsiteY20-1452" fmla="*/ 10000 h 10379"/>
                <a:gd name="connsiteX21-1453" fmla="*/ 8753 w 10051"/>
                <a:gd name="connsiteY21-1454" fmla="*/ 10000 h 10379"/>
                <a:gd name="connsiteX22-1455" fmla="*/ 9360 w 10051"/>
                <a:gd name="connsiteY22-1456" fmla="*/ 10000 h 10379"/>
                <a:gd name="connsiteX23-1457" fmla="*/ 9775 w 10051"/>
                <a:gd name="connsiteY23-1458" fmla="*/ 10000 h 10379"/>
                <a:gd name="connsiteX24-1459" fmla="*/ 9885 w 10051"/>
                <a:gd name="connsiteY24-1460" fmla="*/ 10000 h 10379"/>
                <a:gd name="connsiteX25-1461" fmla="*/ 9941 w 10051"/>
                <a:gd name="connsiteY25-1462" fmla="*/ 9946 h 10379"/>
                <a:gd name="connsiteX26-1463" fmla="*/ 9996 w 10051"/>
                <a:gd name="connsiteY26-1464" fmla="*/ 9837 h 10379"/>
                <a:gd name="connsiteX27-1465" fmla="*/ 10023 w 10051"/>
                <a:gd name="connsiteY27-1466" fmla="*/ 9728 h 10379"/>
                <a:gd name="connsiteX28-1467" fmla="*/ 10051 w 10051"/>
                <a:gd name="connsiteY28-1468" fmla="*/ 9674 h 10379"/>
                <a:gd name="connsiteX29-1469" fmla="*/ 10051 w 10051"/>
                <a:gd name="connsiteY29-1470" fmla="*/ 9511 h 10379"/>
                <a:gd name="connsiteX30-1471" fmla="*/ 10051 w 10051"/>
                <a:gd name="connsiteY30-1472" fmla="*/ 9457 h 10379"/>
                <a:gd name="connsiteX31-1473" fmla="*/ 10051 w 10051"/>
                <a:gd name="connsiteY31-1474" fmla="*/ 9457 h 10379"/>
                <a:gd name="connsiteX32-1475" fmla="*/ 10051 w 10051"/>
                <a:gd name="connsiteY32-1476" fmla="*/ 8696 h 10379"/>
                <a:gd name="connsiteX33-1477" fmla="*/ 10051 w 10051"/>
                <a:gd name="connsiteY33-1478" fmla="*/ 7663 h 10379"/>
                <a:gd name="connsiteX34-1479" fmla="*/ 10051 w 10051"/>
                <a:gd name="connsiteY34-1480" fmla="*/ 6304 h 10379"/>
                <a:gd name="connsiteX35-1481" fmla="*/ 10051 w 10051"/>
                <a:gd name="connsiteY35-1482" fmla="*/ 4783 h 10379"/>
                <a:gd name="connsiteX36-1483" fmla="*/ 10051 w 10051"/>
                <a:gd name="connsiteY36-1484" fmla="*/ 3207 h 10379"/>
                <a:gd name="connsiteX37-1485" fmla="*/ 10051 w 10051"/>
                <a:gd name="connsiteY37-1486" fmla="*/ 1630 h 10379"/>
                <a:gd name="connsiteX38-1487" fmla="*/ 10051 w 10051"/>
                <a:gd name="connsiteY38-1488" fmla="*/ 0 h 10379"/>
                <a:gd name="connsiteX0-1489" fmla="*/ 10051 w 10051"/>
                <a:gd name="connsiteY0-1490" fmla="*/ 0 h 10379"/>
                <a:gd name="connsiteX1-1491" fmla="*/ 9139 w 10051"/>
                <a:gd name="connsiteY1-1492" fmla="*/ 1250 h 10379"/>
                <a:gd name="connsiteX2-1493" fmla="*/ 8117 w 10051"/>
                <a:gd name="connsiteY2-1494" fmla="*/ 2174 h 10379"/>
                <a:gd name="connsiteX3-1495" fmla="*/ 6985 w 10051"/>
                <a:gd name="connsiteY3-1496" fmla="*/ 2826 h 10379"/>
                <a:gd name="connsiteX4-1497" fmla="*/ 5797 w 10051"/>
                <a:gd name="connsiteY4-1498" fmla="*/ 3152 h 10379"/>
                <a:gd name="connsiteX5-1499" fmla="*/ 5686 w 10051"/>
                <a:gd name="connsiteY5-1500" fmla="*/ 3913 h 10379"/>
                <a:gd name="connsiteX6-1501" fmla="*/ 5438 w 10051"/>
                <a:gd name="connsiteY6-1502" fmla="*/ 4457 h 10379"/>
                <a:gd name="connsiteX7-1503" fmla="*/ 5051 w 10051"/>
                <a:gd name="connsiteY7-1504" fmla="*/ 4620 h 10379"/>
                <a:gd name="connsiteX8-1505" fmla="*/ 4692 w 10051"/>
                <a:gd name="connsiteY8-1506" fmla="*/ 4457 h 10379"/>
                <a:gd name="connsiteX9-1507" fmla="*/ 4443 w 10051"/>
                <a:gd name="connsiteY9-1508" fmla="*/ 3913 h 10379"/>
                <a:gd name="connsiteX10-1509" fmla="*/ 4305 w 10051"/>
                <a:gd name="connsiteY10-1510" fmla="*/ 3152 h 10379"/>
                <a:gd name="connsiteX11-1511" fmla="*/ 3145 w 10051"/>
                <a:gd name="connsiteY11-1512" fmla="*/ 2826 h 10379"/>
                <a:gd name="connsiteX12-1513" fmla="*/ 2040 w 10051"/>
                <a:gd name="connsiteY12-1514" fmla="*/ 2174 h 10379"/>
                <a:gd name="connsiteX13-1515" fmla="*/ 1018 w 10051"/>
                <a:gd name="connsiteY13-1516" fmla="*/ 1250 h 10379"/>
                <a:gd name="connsiteX14-1517" fmla="*/ 79 w 10051"/>
                <a:gd name="connsiteY14-1518" fmla="*/ 0 h 10379"/>
                <a:gd name="connsiteX15-1519" fmla="*/ 51 w 10051"/>
                <a:gd name="connsiteY15-1520" fmla="*/ 9511 h 10379"/>
                <a:gd name="connsiteX16-1521" fmla="*/ 300 w 10051"/>
                <a:gd name="connsiteY16-1522" fmla="*/ 10000 h 10379"/>
                <a:gd name="connsiteX17-1523" fmla="*/ 327 w 10051"/>
                <a:gd name="connsiteY17-1524" fmla="*/ 10000 h 10379"/>
                <a:gd name="connsiteX18-1525" fmla="*/ 7012 w 10051"/>
                <a:gd name="connsiteY18-1526" fmla="*/ 10000 h 10379"/>
                <a:gd name="connsiteX19-1527" fmla="*/ 7952 w 10051"/>
                <a:gd name="connsiteY19-1528" fmla="*/ 10000 h 10379"/>
                <a:gd name="connsiteX20-1529" fmla="*/ 8753 w 10051"/>
                <a:gd name="connsiteY20-1530" fmla="*/ 10000 h 10379"/>
                <a:gd name="connsiteX21-1531" fmla="*/ 9360 w 10051"/>
                <a:gd name="connsiteY21-1532" fmla="*/ 10000 h 10379"/>
                <a:gd name="connsiteX22-1533" fmla="*/ 9775 w 10051"/>
                <a:gd name="connsiteY22-1534" fmla="*/ 10000 h 10379"/>
                <a:gd name="connsiteX23-1535" fmla="*/ 9885 w 10051"/>
                <a:gd name="connsiteY23-1536" fmla="*/ 10000 h 10379"/>
                <a:gd name="connsiteX24-1537" fmla="*/ 9941 w 10051"/>
                <a:gd name="connsiteY24-1538" fmla="*/ 9946 h 10379"/>
                <a:gd name="connsiteX25-1539" fmla="*/ 9996 w 10051"/>
                <a:gd name="connsiteY25-1540" fmla="*/ 9837 h 10379"/>
                <a:gd name="connsiteX26-1541" fmla="*/ 10023 w 10051"/>
                <a:gd name="connsiteY26-1542" fmla="*/ 9728 h 10379"/>
                <a:gd name="connsiteX27-1543" fmla="*/ 10051 w 10051"/>
                <a:gd name="connsiteY27-1544" fmla="*/ 9674 h 10379"/>
                <a:gd name="connsiteX28-1545" fmla="*/ 10051 w 10051"/>
                <a:gd name="connsiteY28-1546" fmla="*/ 9511 h 10379"/>
                <a:gd name="connsiteX29-1547" fmla="*/ 10051 w 10051"/>
                <a:gd name="connsiteY29-1548" fmla="*/ 9457 h 10379"/>
                <a:gd name="connsiteX30-1549" fmla="*/ 10051 w 10051"/>
                <a:gd name="connsiteY30-1550" fmla="*/ 9457 h 10379"/>
                <a:gd name="connsiteX31-1551" fmla="*/ 10051 w 10051"/>
                <a:gd name="connsiteY31-1552" fmla="*/ 8696 h 10379"/>
                <a:gd name="connsiteX32-1553" fmla="*/ 10051 w 10051"/>
                <a:gd name="connsiteY32-1554" fmla="*/ 7663 h 10379"/>
                <a:gd name="connsiteX33-1555" fmla="*/ 10051 w 10051"/>
                <a:gd name="connsiteY33-1556" fmla="*/ 6304 h 10379"/>
                <a:gd name="connsiteX34-1557" fmla="*/ 10051 w 10051"/>
                <a:gd name="connsiteY34-1558" fmla="*/ 4783 h 10379"/>
                <a:gd name="connsiteX35-1559" fmla="*/ 10051 w 10051"/>
                <a:gd name="connsiteY35-1560" fmla="*/ 3207 h 10379"/>
                <a:gd name="connsiteX36-1561" fmla="*/ 10051 w 10051"/>
                <a:gd name="connsiteY36-1562" fmla="*/ 1630 h 10379"/>
                <a:gd name="connsiteX37-1563" fmla="*/ 10051 w 10051"/>
                <a:gd name="connsiteY37-1564" fmla="*/ 0 h 10379"/>
                <a:gd name="connsiteX0-1565" fmla="*/ 10051 w 10051"/>
                <a:gd name="connsiteY0-1566" fmla="*/ 0 h 10379"/>
                <a:gd name="connsiteX1-1567" fmla="*/ 9139 w 10051"/>
                <a:gd name="connsiteY1-1568" fmla="*/ 1250 h 10379"/>
                <a:gd name="connsiteX2-1569" fmla="*/ 8117 w 10051"/>
                <a:gd name="connsiteY2-1570" fmla="*/ 2174 h 10379"/>
                <a:gd name="connsiteX3-1571" fmla="*/ 6985 w 10051"/>
                <a:gd name="connsiteY3-1572" fmla="*/ 2826 h 10379"/>
                <a:gd name="connsiteX4-1573" fmla="*/ 5797 w 10051"/>
                <a:gd name="connsiteY4-1574" fmla="*/ 3152 h 10379"/>
                <a:gd name="connsiteX5-1575" fmla="*/ 5686 w 10051"/>
                <a:gd name="connsiteY5-1576" fmla="*/ 3913 h 10379"/>
                <a:gd name="connsiteX6-1577" fmla="*/ 5438 w 10051"/>
                <a:gd name="connsiteY6-1578" fmla="*/ 4457 h 10379"/>
                <a:gd name="connsiteX7-1579" fmla="*/ 5051 w 10051"/>
                <a:gd name="connsiteY7-1580" fmla="*/ 4620 h 10379"/>
                <a:gd name="connsiteX8-1581" fmla="*/ 4692 w 10051"/>
                <a:gd name="connsiteY8-1582" fmla="*/ 4457 h 10379"/>
                <a:gd name="connsiteX9-1583" fmla="*/ 4443 w 10051"/>
                <a:gd name="connsiteY9-1584" fmla="*/ 3913 h 10379"/>
                <a:gd name="connsiteX10-1585" fmla="*/ 4305 w 10051"/>
                <a:gd name="connsiteY10-1586" fmla="*/ 3152 h 10379"/>
                <a:gd name="connsiteX11-1587" fmla="*/ 3145 w 10051"/>
                <a:gd name="connsiteY11-1588" fmla="*/ 2826 h 10379"/>
                <a:gd name="connsiteX12-1589" fmla="*/ 2040 w 10051"/>
                <a:gd name="connsiteY12-1590" fmla="*/ 2174 h 10379"/>
                <a:gd name="connsiteX13-1591" fmla="*/ 1018 w 10051"/>
                <a:gd name="connsiteY13-1592" fmla="*/ 1250 h 10379"/>
                <a:gd name="connsiteX14-1593" fmla="*/ 79 w 10051"/>
                <a:gd name="connsiteY14-1594" fmla="*/ 0 h 10379"/>
                <a:gd name="connsiteX15-1595" fmla="*/ 51 w 10051"/>
                <a:gd name="connsiteY15-1596" fmla="*/ 9511 h 10379"/>
                <a:gd name="connsiteX16-1597" fmla="*/ 300 w 10051"/>
                <a:gd name="connsiteY16-1598" fmla="*/ 10000 h 10379"/>
                <a:gd name="connsiteX17-1599" fmla="*/ 327 w 10051"/>
                <a:gd name="connsiteY17-1600" fmla="*/ 10000 h 10379"/>
                <a:gd name="connsiteX18-1601" fmla="*/ 7952 w 10051"/>
                <a:gd name="connsiteY18-1602" fmla="*/ 10000 h 10379"/>
                <a:gd name="connsiteX19-1603" fmla="*/ 8753 w 10051"/>
                <a:gd name="connsiteY19-1604" fmla="*/ 10000 h 10379"/>
                <a:gd name="connsiteX20-1605" fmla="*/ 9360 w 10051"/>
                <a:gd name="connsiteY20-1606" fmla="*/ 10000 h 10379"/>
                <a:gd name="connsiteX21-1607" fmla="*/ 9775 w 10051"/>
                <a:gd name="connsiteY21-1608" fmla="*/ 10000 h 10379"/>
                <a:gd name="connsiteX22-1609" fmla="*/ 9885 w 10051"/>
                <a:gd name="connsiteY22-1610" fmla="*/ 10000 h 10379"/>
                <a:gd name="connsiteX23-1611" fmla="*/ 9941 w 10051"/>
                <a:gd name="connsiteY23-1612" fmla="*/ 9946 h 10379"/>
                <a:gd name="connsiteX24-1613" fmla="*/ 9996 w 10051"/>
                <a:gd name="connsiteY24-1614" fmla="*/ 9837 h 10379"/>
                <a:gd name="connsiteX25-1615" fmla="*/ 10023 w 10051"/>
                <a:gd name="connsiteY25-1616" fmla="*/ 9728 h 10379"/>
                <a:gd name="connsiteX26-1617" fmla="*/ 10051 w 10051"/>
                <a:gd name="connsiteY26-1618" fmla="*/ 9674 h 10379"/>
                <a:gd name="connsiteX27-1619" fmla="*/ 10051 w 10051"/>
                <a:gd name="connsiteY27-1620" fmla="*/ 9511 h 10379"/>
                <a:gd name="connsiteX28-1621" fmla="*/ 10051 w 10051"/>
                <a:gd name="connsiteY28-1622" fmla="*/ 9457 h 10379"/>
                <a:gd name="connsiteX29-1623" fmla="*/ 10051 w 10051"/>
                <a:gd name="connsiteY29-1624" fmla="*/ 9457 h 10379"/>
                <a:gd name="connsiteX30-1625" fmla="*/ 10051 w 10051"/>
                <a:gd name="connsiteY30-1626" fmla="*/ 8696 h 10379"/>
                <a:gd name="connsiteX31-1627" fmla="*/ 10051 w 10051"/>
                <a:gd name="connsiteY31-1628" fmla="*/ 7663 h 10379"/>
                <a:gd name="connsiteX32-1629" fmla="*/ 10051 w 10051"/>
                <a:gd name="connsiteY32-1630" fmla="*/ 6304 h 10379"/>
                <a:gd name="connsiteX33-1631" fmla="*/ 10051 w 10051"/>
                <a:gd name="connsiteY33-1632" fmla="*/ 4783 h 10379"/>
                <a:gd name="connsiteX34-1633" fmla="*/ 10051 w 10051"/>
                <a:gd name="connsiteY34-1634" fmla="*/ 3207 h 10379"/>
                <a:gd name="connsiteX35-1635" fmla="*/ 10051 w 10051"/>
                <a:gd name="connsiteY35-1636" fmla="*/ 1630 h 10379"/>
                <a:gd name="connsiteX36-1637" fmla="*/ 10051 w 10051"/>
                <a:gd name="connsiteY36-1638" fmla="*/ 0 h 10379"/>
                <a:gd name="connsiteX0-1639" fmla="*/ 10051 w 10051"/>
                <a:gd name="connsiteY0-1640" fmla="*/ 0 h 10379"/>
                <a:gd name="connsiteX1-1641" fmla="*/ 9139 w 10051"/>
                <a:gd name="connsiteY1-1642" fmla="*/ 1250 h 10379"/>
                <a:gd name="connsiteX2-1643" fmla="*/ 8117 w 10051"/>
                <a:gd name="connsiteY2-1644" fmla="*/ 2174 h 10379"/>
                <a:gd name="connsiteX3-1645" fmla="*/ 6985 w 10051"/>
                <a:gd name="connsiteY3-1646" fmla="*/ 2826 h 10379"/>
                <a:gd name="connsiteX4-1647" fmla="*/ 5797 w 10051"/>
                <a:gd name="connsiteY4-1648" fmla="*/ 3152 h 10379"/>
                <a:gd name="connsiteX5-1649" fmla="*/ 5686 w 10051"/>
                <a:gd name="connsiteY5-1650" fmla="*/ 3913 h 10379"/>
                <a:gd name="connsiteX6-1651" fmla="*/ 5438 w 10051"/>
                <a:gd name="connsiteY6-1652" fmla="*/ 4457 h 10379"/>
                <a:gd name="connsiteX7-1653" fmla="*/ 5051 w 10051"/>
                <a:gd name="connsiteY7-1654" fmla="*/ 4620 h 10379"/>
                <a:gd name="connsiteX8-1655" fmla="*/ 4692 w 10051"/>
                <a:gd name="connsiteY8-1656" fmla="*/ 4457 h 10379"/>
                <a:gd name="connsiteX9-1657" fmla="*/ 4443 w 10051"/>
                <a:gd name="connsiteY9-1658" fmla="*/ 3913 h 10379"/>
                <a:gd name="connsiteX10-1659" fmla="*/ 4305 w 10051"/>
                <a:gd name="connsiteY10-1660" fmla="*/ 3152 h 10379"/>
                <a:gd name="connsiteX11-1661" fmla="*/ 3145 w 10051"/>
                <a:gd name="connsiteY11-1662" fmla="*/ 2826 h 10379"/>
                <a:gd name="connsiteX12-1663" fmla="*/ 2040 w 10051"/>
                <a:gd name="connsiteY12-1664" fmla="*/ 2174 h 10379"/>
                <a:gd name="connsiteX13-1665" fmla="*/ 1018 w 10051"/>
                <a:gd name="connsiteY13-1666" fmla="*/ 1250 h 10379"/>
                <a:gd name="connsiteX14-1667" fmla="*/ 79 w 10051"/>
                <a:gd name="connsiteY14-1668" fmla="*/ 0 h 10379"/>
                <a:gd name="connsiteX15-1669" fmla="*/ 51 w 10051"/>
                <a:gd name="connsiteY15-1670" fmla="*/ 9511 h 10379"/>
                <a:gd name="connsiteX16-1671" fmla="*/ 300 w 10051"/>
                <a:gd name="connsiteY16-1672" fmla="*/ 10000 h 10379"/>
                <a:gd name="connsiteX17-1673" fmla="*/ 327 w 10051"/>
                <a:gd name="connsiteY17-1674" fmla="*/ 10000 h 10379"/>
                <a:gd name="connsiteX18-1675" fmla="*/ 8753 w 10051"/>
                <a:gd name="connsiteY18-1676" fmla="*/ 10000 h 10379"/>
                <a:gd name="connsiteX19-1677" fmla="*/ 9360 w 10051"/>
                <a:gd name="connsiteY19-1678" fmla="*/ 10000 h 10379"/>
                <a:gd name="connsiteX20-1679" fmla="*/ 9775 w 10051"/>
                <a:gd name="connsiteY20-1680" fmla="*/ 10000 h 10379"/>
                <a:gd name="connsiteX21-1681" fmla="*/ 9885 w 10051"/>
                <a:gd name="connsiteY21-1682" fmla="*/ 10000 h 10379"/>
                <a:gd name="connsiteX22-1683" fmla="*/ 9941 w 10051"/>
                <a:gd name="connsiteY22-1684" fmla="*/ 9946 h 10379"/>
                <a:gd name="connsiteX23-1685" fmla="*/ 9996 w 10051"/>
                <a:gd name="connsiteY23-1686" fmla="*/ 9837 h 10379"/>
                <a:gd name="connsiteX24-1687" fmla="*/ 10023 w 10051"/>
                <a:gd name="connsiteY24-1688" fmla="*/ 9728 h 10379"/>
                <a:gd name="connsiteX25-1689" fmla="*/ 10051 w 10051"/>
                <a:gd name="connsiteY25-1690" fmla="*/ 9674 h 10379"/>
                <a:gd name="connsiteX26-1691" fmla="*/ 10051 w 10051"/>
                <a:gd name="connsiteY26-1692" fmla="*/ 9511 h 10379"/>
                <a:gd name="connsiteX27-1693" fmla="*/ 10051 w 10051"/>
                <a:gd name="connsiteY27-1694" fmla="*/ 9457 h 10379"/>
                <a:gd name="connsiteX28-1695" fmla="*/ 10051 w 10051"/>
                <a:gd name="connsiteY28-1696" fmla="*/ 9457 h 10379"/>
                <a:gd name="connsiteX29-1697" fmla="*/ 10051 w 10051"/>
                <a:gd name="connsiteY29-1698" fmla="*/ 8696 h 10379"/>
                <a:gd name="connsiteX30-1699" fmla="*/ 10051 w 10051"/>
                <a:gd name="connsiteY30-1700" fmla="*/ 7663 h 10379"/>
                <a:gd name="connsiteX31-1701" fmla="*/ 10051 w 10051"/>
                <a:gd name="connsiteY31-1702" fmla="*/ 6304 h 10379"/>
                <a:gd name="connsiteX32-1703" fmla="*/ 10051 w 10051"/>
                <a:gd name="connsiteY32-1704" fmla="*/ 4783 h 10379"/>
                <a:gd name="connsiteX33-1705" fmla="*/ 10051 w 10051"/>
                <a:gd name="connsiteY33-1706" fmla="*/ 3207 h 10379"/>
                <a:gd name="connsiteX34-1707" fmla="*/ 10051 w 10051"/>
                <a:gd name="connsiteY34-1708" fmla="*/ 1630 h 10379"/>
                <a:gd name="connsiteX35-1709" fmla="*/ 10051 w 10051"/>
                <a:gd name="connsiteY35-1710" fmla="*/ 0 h 10379"/>
                <a:gd name="connsiteX0-1711" fmla="*/ 10051 w 10051"/>
                <a:gd name="connsiteY0-1712" fmla="*/ 0 h 10379"/>
                <a:gd name="connsiteX1-1713" fmla="*/ 9139 w 10051"/>
                <a:gd name="connsiteY1-1714" fmla="*/ 1250 h 10379"/>
                <a:gd name="connsiteX2-1715" fmla="*/ 8117 w 10051"/>
                <a:gd name="connsiteY2-1716" fmla="*/ 2174 h 10379"/>
                <a:gd name="connsiteX3-1717" fmla="*/ 6985 w 10051"/>
                <a:gd name="connsiteY3-1718" fmla="*/ 2826 h 10379"/>
                <a:gd name="connsiteX4-1719" fmla="*/ 5797 w 10051"/>
                <a:gd name="connsiteY4-1720" fmla="*/ 3152 h 10379"/>
                <a:gd name="connsiteX5-1721" fmla="*/ 5686 w 10051"/>
                <a:gd name="connsiteY5-1722" fmla="*/ 3913 h 10379"/>
                <a:gd name="connsiteX6-1723" fmla="*/ 5438 w 10051"/>
                <a:gd name="connsiteY6-1724" fmla="*/ 4457 h 10379"/>
                <a:gd name="connsiteX7-1725" fmla="*/ 5051 w 10051"/>
                <a:gd name="connsiteY7-1726" fmla="*/ 4620 h 10379"/>
                <a:gd name="connsiteX8-1727" fmla="*/ 4692 w 10051"/>
                <a:gd name="connsiteY8-1728" fmla="*/ 4457 h 10379"/>
                <a:gd name="connsiteX9-1729" fmla="*/ 4443 w 10051"/>
                <a:gd name="connsiteY9-1730" fmla="*/ 3913 h 10379"/>
                <a:gd name="connsiteX10-1731" fmla="*/ 4305 w 10051"/>
                <a:gd name="connsiteY10-1732" fmla="*/ 3152 h 10379"/>
                <a:gd name="connsiteX11-1733" fmla="*/ 3145 w 10051"/>
                <a:gd name="connsiteY11-1734" fmla="*/ 2826 h 10379"/>
                <a:gd name="connsiteX12-1735" fmla="*/ 2040 w 10051"/>
                <a:gd name="connsiteY12-1736" fmla="*/ 2174 h 10379"/>
                <a:gd name="connsiteX13-1737" fmla="*/ 1018 w 10051"/>
                <a:gd name="connsiteY13-1738" fmla="*/ 1250 h 10379"/>
                <a:gd name="connsiteX14-1739" fmla="*/ 79 w 10051"/>
                <a:gd name="connsiteY14-1740" fmla="*/ 0 h 10379"/>
                <a:gd name="connsiteX15-1741" fmla="*/ 51 w 10051"/>
                <a:gd name="connsiteY15-1742" fmla="*/ 9511 h 10379"/>
                <a:gd name="connsiteX16-1743" fmla="*/ 300 w 10051"/>
                <a:gd name="connsiteY16-1744" fmla="*/ 10000 h 10379"/>
                <a:gd name="connsiteX17-1745" fmla="*/ 327 w 10051"/>
                <a:gd name="connsiteY17-1746" fmla="*/ 10000 h 10379"/>
                <a:gd name="connsiteX18-1747" fmla="*/ 9360 w 10051"/>
                <a:gd name="connsiteY18-1748" fmla="*/ 10000 h 10379"/>
                <a:gd name="connsiteX19-1749" fmla="*/ 9775 w 10051"/>
                <a:gd name="connsiteY19-1750" fmla="*/ 10000 h 10379"/>
                <a:gd name="connsiteX20-1751" fmla="*/ 9885 w 10051"/>
                <a:gd name="connsiteY20-1752" fmla="*/ 10000 h 10379"/>
                <a:gd name="connsiteX21-1753" fmla="*/ 9941 w 10051"/>
                <a:gd name="connsiteY21-1754" fmla="*/ 9946 h 10379"/>
                <a:gd name="connsiteX22-1755" fmla="*/ 9996 w 10051"/>
                <a:gd name="connsiteY22-1756" fmla="*/ 9837 h 10379"/>
                <a:gd name="connsiteX23-1757" fmla="*/ 10023 w 10051"/>
                <a:gd name="connsiteY23-1758" fmla="*/ 9728 h 10379"/>
                <a:gd name="connsiteX24-1759" fmla="*/ 10051 w 10051"/>
                <a:gd name="connsiteY24-1760" fmla="*/ 9674 h 10379"/>
                <a:gd name="connsiteX25-1761" fmla="*/ 10051 w 10051"/>
                <a:gd name="connsiteY25-1762" fmla="*/ 9511 h 10379"/>
                <a:gd name="connsiteX26-1763" fmla="*/ 10051 w 10051"/>
                <a:gd name="connsiteY26-1764" fmla="*/ 9457 h 10379"/>
                <a:gd name="connsiteX27-1765" fmla="*/ 10051 w 10051"/>
                <a:gd name="connsiteY27-1766" fmla="*/ 9457 h 10379"/>
                <a:gd name="connsiteX28-1767" fmla="*/ 10051 w 10051"/>
                <a:gd name="connsiteY28-1768" fmla="*/ 8696 h 10379"/>
                <a:gd name="connsiteX29-1769" fmla="*/ 10051 w 10051"/>
                <a:gd name="connsiteY29-1770" fmla="*/ 7663 h 10379"/>
                <a:gd name="connsiteX30-1771" fmla="*/ 10051 w 10051"/>
                <a:gd name="connsiteY30-1772" fmla="*/ 6304 h 10379"/>
                <a:gd name="connsiteX31-1773" fmla="*/ 10051 w 10051"/>
                <a:gd name="connsiteY31-1774" fmla="*/ 4783 h 10379"/>
                <a:gd name="connsiteX32-1775" fmla="*/ 10051 w 10051"/>
                <a:gd name="connsiteY32-1776" fmla="*/ 3207 h 10379"/>
                <a:gd name="connsiteX33-1777" fmla="*/ 10051 w 10051"/>
                <a:gd name="connsiteY33-1778" fmla="*/ 1630 h 10379"/>
                <a:gd name="connsiteX34-1779" fmla="*/ 10051 w 10051"/>
                <a:gd name="connsiteY34-1780" fmla="*/ 0 h 10379"/>
                <a:gd name="connsiteX0-1781" fmla="*/ 10051 w 10051"/>
                <a:gd name="connsiteY0-1782" fmla="*/ 0 h 10379"/>
                <a:gd name="connsiteX1-1783" fmla="*/ 9139 w 10051"/>
                <a:gd name="connsiteY1-1784" fmla="*/ 1250 h 10379"/>
                <a:gd name="connsiteX2-1785" fmla="*/ 8117 w 10051"/>
                <a:gd name="connsiteY2-1786" fmla="*/ 2174 h 10379"/>
                <a:gd name="connsiteX3-1787" fmla="*/ 6985 w 10051"/>
                <a:gd name="connsiteY3-1788" fmla="*/ 2826 h 10379"/>
                <a:gd name="connsiteX4-1789" fmla="*/ 5797 w 10051"/>
                <a:gd name="connsiteY4-1790" fmla="*/ 3152 h 10379"/>
                <a:gd name="connsiteX5-1791" fmla="*/ 5686 w 10051"/>
                <a:gd name="connsiteY5-1792" fmla="*/ 3913 h 10379"/>
                <a:gd name="connsiteX6-1793" fmla="*/ 5438 w 10051"/>
                <a:gd name="connsiteY6-1794" fmla="*/ 4457 h 10379"/>
                <a:gd name="connsiteX7-1795" fmla="*/ 5051 w 10051"/>
                <a:gd name="connsiteY7-1796" fmla="*/ 4620 h 10379"/>
                <a:gd name="connsiteX8-1797" fmla="*/ 4692 w 10051"/>
                <a:gd name="connsiteY8-1798" fmla="*/ 4457 h 10379"/>
                <a:gd name="connsiteX9-1799" fmla="*/ 4443 w 10051"/>
                <a:gd name="connsiteY9-1800" fmla="*/ 3913 h 10379"/>
                <a:gd name="connsiteX10-1801" fmla="*/ 4305 w 10051"/>
                <a:gd name="connsiteY10-1802" fmla="*/ 3152 h 10379"/>
                <a:gd name="connsiteX11-1803" fmla="*/ 3145 w 10051"/>
                <a:gd name="connsiteY11-1804" fmla="*/ 2826 h 10379"/>
                <a:gd name="connsiteX12-1805" fmla="*/ 2040 w 10051"/>
                <a:gd name="connsiteY12-1806" fmla="*/ 2174 h 10379"/>
                <a:gd name="connsiteX13-1807" fmla="*/ 1018 w 10051"/>
                <a:gd name="connsiteY13-1808" fmla="*/ 1250 h 10379"/>
                <a:gd name="connsiteX14-1809" fmla="*/ 79 w 10051"/>
                <a:gd name="connsiteY14-1810" fmla="*/ 0 h 10379"/>
                <a:gd name="connsiteX15-1811" fmla="*/ 51 w 10051"/>
                <a:gd name="connsiteY15-1812" fmla="*/ 9511 h 10379"/>
                <a:gd name="connsiteX16-1813" fmla="*/ 300 w 10051"/>
                <a:gd name="connsiteY16-1814" fmla="*/ 10000 h 10379"/>
                <a:gd name="connsiteX17-1815" fmla="*/ 327 w 10051"/>
                <a:gd name="connsiteY17-1816" fmla="*/ 10000 h 10379"/>
                <a:gd name="connsiteX18-1817" fmla="*/ 9775 w 10051"/>
                <a:gd name="connsiteY18-1818" fmla="*/ 10000 h 10379"/>
                <a:gd name="connsiteX19-1819" fmla="*/ 9885 w 10051"/>
                <a:gd name="connsiteY19-1820" fmla="*/ 10000 h 10379"/>
                <a:gd name="connsiteX20-1821" fmla="*/ 9941 w 10051"/>
                <a:gd name="connsiteY20-1822" fmla="*/ 9946 h 10379"/>
                <a:gd name="connsiteX21-1823" fmla="*/ 9996 w 10051"/>
                <a:gd name="connsiteY21-1824" fmla="*/ 9837 h 10379"/>
                <a:gd name="connsiteX22-1825" fmla="*/ 10023 w 10051"/>
                <a:gd name="connsiteY22-1826" fmla="*/ 9728 h 10379"/>
                <a:gd name="connsiteX23-1827" fmla="*/ 10051 w 10051"/>
                <a:gd name="connsiteY23-1828" fmla="*/ 9674 h 10379"/>
                <a:gd name="connsiteX24-1829" fmla="*/ 10051 w 10051"/>
                <a:gd name="connsiteY24-1830" fmla="*/ 9511 h 10379"/>
                <a:gd name="connsiteX25-1831" fmla="*/ 10051 w 10051"/>
                <a:gd name="connsiteY25-1832" fmla="*/ 9457 h 10379"/>
                <a:gd name="connsiteX26-1833" fmla="*/ 10051 w 10051"/>
                <a:gd name="connsiteY26-1834" fmla="*/ 9457 h 10379"/>
                <a:gd name="connsiteX27-1835" fmla="*/ 10051 w 10051"/>
                <a:gd name="connsiteY27-1836" fmla="*/ 8696 h 10379"/>
                <a:gd name="connsiteX28-1837" fmla="*/ 10051 w 10051"/>
                <a:gd name="connsiteY28-1838" fmla="*/ 7663 h 10379"/>
                <a:gd name="connsiteX29-1839" fmla="*/ 10051 w 10051"/>
                <a:gd name="connsiteY29-1840" fmla="*/ 6304 h 10379"/>
                <a:gd name="connsiteX30-1841" fmla="*/ 10051 w 10051"/>
                <a:gd name="connsiteY30-1842" fmla="*/ 4783 h 10379"/>
                <a:gd name="connsiteX31-1843" fmla="*/ 10051 w 10051"/>
                <a:gd name="connsiteY31-1844" fmla="*/ 3207 h 10379"/>
                <a:gd name="connsiteX32-1845" fmla="*/ 10051 w 10051"/>
                <a:gd name="connsiteY32-1846" fmla="*/ 1630 h 10379"/>
                <a:gd name="connsiteX33-1847" fmla="*/ 10051 w 10051"/>
                <a:gd name="connsiteY33-1848" fmla="*/ 0 h 10379"/>
                <a:gd name="connsiteX0-1849" fmla="*/ 10051 w 10051"/>
                <a:gd name="connsiteY0-1850" fmla="*/ 0 h 10379"/>
                <a:gd name="connsiteX1-1851" fmla="*/ 9139 w 10051"/>
                <a:gd name="connsiteY1-1852" fmla="*/ 1250 h 10379"/>
                <a:gd name="connsiteX2-1853" fmla="*/ 8117 w 10051"/>
                <a:gd name="connsiteY2-1854" fmla="*/ 2174 h 10379"/>
                <a:gd name="connsiteX3-1855" fmla="*/ 6985 w 10051"/>
                <a:gd name="connsiteY3-1856" fmla="*/ 2826 h 10379"/>
                <a:gd name="connsiteX4-1857" fmla="*/ 5797 w 10051"/>
                <a:gd name="connsiteY4-1858" fmla="*/ 3152 h 10379"/>
                <a:gd name="connsiteX5-1859" fmla="*/ 5686 w 10051"/>
                <a:gd name="connsiteY5-1860" fmla="*/ 3913 h 10379"/>
                <a:gd name="connsiteX6-1861" fmla="*/ 5438 w 10051"/>
                <a:gd name="connsiteY6-1862" fmla="*/ 4457 h 10379"/>
                <a:gd name="connsiteX7-1863" fmla="*/ 5051 w 10051"/>
                <a:gd name="connsiteY7-1864" fmla="*/ 4620 h 10379"/>
                <a:gd name="connsiteX8-1865" fmla="*/ 4692 w 10051"/>
                <a:gd name="connsiteY8-1866" fmla="*/ 4457 h 10379"/>
                <a:gd name="connsiteX9-1867" fmla="*/ 4443 w 10051"/>
                <a:gd name="connsiteY9-1868" fmla="*/ 3913 h 10379"/>
                <a:gd name="connsiteX10-1869" fmla="*/ 4305 w 10051"/>
                <a:gd name="connsiteY10-1870" fmla="*/ 3152 h 10379"/>
                <a:gd name="connsiteX11-1871" fmla="*/ 3145 w 10051"/>
                <a:gd name="connsiteY11-1872" fmla="*/ 2826 h 10379"/>
                <a:gd name="connsiteX12-1873" fmla="*/ 2040 w 10051"/>
                <a:gd name="connsiteY12-1874" fmla="*/ 2174 h 10379"/>
                <a:gd name="connsiteX13-1875" fmla="*/ 1018 w 10051"/>
                <a:gd name="connsiteY13-1876" fmla="*/ 1250 h 10379"/>
                <a:gd name="connsiteX14-1877" fmla="*/ 79 w 10051"/>
                <a:gd name="connsiteY14-1878" fmla="*/ 0 h 10379"/>
                <a:gd name="connsiteX15-1879" fmla="*/ 51 w 10051"/>
                <a:gd name="connsiteY15-1880" fmla="*/ 9511 h 10379"/>
                <a:gd name="connsiteX16-1881" fmla="*/ 300 w 10051"/>
                <a:gd name="connsiteY16-1882" fmla="*/ 10000 h 10379"/>
                <a:gd name="connsiteX17-1883" fmla="*/ 327 w 10051"/>
                <a:gd name="connsiteY17-1884" fmla="*/ 10000 h 10379"/>
                <a:gd name="connsiteX18-1885" fmla="*/ 9775 w 10051"/>
                <a:gd name="connsiteY18-1886" fmla="*/ 10000 h 10379"/>
                <a:gd name="connsiteX19-1887" fmla="*/ 9885 w 10051"/>
                <a:gd name="connsiteY19-1888" fmla="*/ 10000 h 10379"/>
                <a:gd name="connsiteX20-1889" fmla="*/ 9941 w 10051"/>
                <a:gd name="connsiteY20-1890" fmla="*/ 9946 h 10379"/>
                <a:gd name="connsiteX21-1891" fmla="*/ 9996 w 10051"/>
                <a:gd name="connsiteY21-1892" fmla="*/ 9837 h 10379"/>
                <a:gd name="connsiteX22-1893" fmla="*/ 10023 w 10051"/>
                <a:gd name="connsiteY22-1894" fmla="*/ 9728 h 10379"/>
                <a:gd name="connsiteX23-1895" fmla="*/ 10051 w 10051"/>
                <a:gd name="connsiteY23-1896" fmla="*/ 9674 h 10379"/>
                <a:gd name="connsiteX24-1897" fmla="*/ 10051 w 10051"/>
                <a:gd name="connsiteY24-1898" fmla="*/ 9511 h 10379"/>
                <a:gd name="connsiteX25-1899" fmla="*/ 10051 w 10051"/>
                <a:gd name="connsiteY25-1900" fmla="*/ 9457 h 10379"/>
                <a:gd name="connsiteX26-1901" fmla="*/ 10051 w 10051"/>
                <a:gd name="connsiteY26-1902" fmla="*/ 9457 h 10379"/>
                <a:gd name="connsiteX27-1903" fmla="*/ 10051 w 10051"/>
                <a:gd name="connsiteY27-1904" fmla="*/ 8696 h 10379"/>
                <a:gd name="connsiteX28-1905" fmla="*/ 10051 w 10051"/>
                <a:gd name="connsiteY28-1906" fmla="*/ 7663 h 10379"/>
                <a:gd name="connsiteX29-1907" fmla="*/ 10051 w 10051"/>
                <a:gd name="connsiteY29-1908" fmla="*/ 6304 h 10379"/>
                <a:gd name="connsiteX30-1909" fmla="*/ 10051 w 10051"/>
                <a:gd name="connsiteY30-1910" fmla="*/ 4783 h 10379"/>
                <a:gd name="connsiteX31-1911" fmla="*/ 10051 w 10051"/>
                <a:gd name="connsiteY31-1912" fmla="*/ 3207 h 10379"/>
                <a:gd name="connsiteX32-1913" fmla="*/ 10051 w 10051"/>
                <a:gd name="connsiteY32-1914" fmla="*/ 0 h 10379"/>
                <a:gd name="connsiteX0-1915" fmla="*/ 10051 w 10051"/>
                <a:gd name="connsiteY0-1916" fmla="*/ 0 h 10379"/>
                <a:gd name="connsiteX1-1917" fmla="*/ 9139 w 10051"/>
                <a:gd name="connsiteY1-1918" fmla="*/ 1250 h 10379"/>
                <a:gd name="connsiteX2-1919" fmla="*/ 8117 w 10051"/>
                <a:gd name="connsiteY2-1920" fmla="*/ 2174 h 10379"/>
                <a:gd name="connsiteX3-1921" fmla="*/ 6985 w 10051"/>
                <a:gd name="connsiteY3-1922" fmla="*/ 2826 h 10379"/>
                <a:gd name="connsiteX4-1923" fmla="*/ 5797 w 10051"/>
                <a:gd name="connsiteY4-1924" fmla="*/ 3152 h 10379"/>
                <a:gd name="connsiteX5-1925" fmla="*/ 5686 w 10051"/>
                <a:gd name="connsiteY5-1926" fmla="*/ 3913 h 10379"/>
                <a:gd name="connsiteX6-1927" fmla="*/ 5438 w 10051"/>
                <a:gd name="connsiteY6-1928" fmla="*/ 4457 h 10379"/>
                <a:gd name="connsiteX7-1929" fmla="*/ 5051 w 10051"/>
                <a:gd name="connsiteY7-1930" fmla="*/ 4620 h 10379"/>
                <a:gd name="connsiteX8-1931" fmla="*/ 4692 w 10051"/>
                <a:gd name="connsiteY8-1932" fmla="*/ 4457 h 10379"/>
                <a:gd name="connsiteX9-1933" fmla="*/ 4443 w 10051"/>
                <a:gd name="connsiteY9-1934" fmla="*/ 3913 h 10379"/>
                <a:gd name="connsiteX10-1935" fmla="*/ 4305 w 10051"/>
                <a:gd name="connsiteY10-1936" fmla="*/ 3152 h 10379"/>
                <a:gd name="connsiteX11-1937" fmla="*/ 3145 w 10051"/>
                <a:gd name="connsiteY11-1938" fmla="*/ 2826 h 10379"/>
                <a:gd name="connsiteX12-1939" fmla="*/ 2040 w 10051"/>
                <a:gd name="connsiteY12-1940" fmla="*/ 2174 h 10379"/>
                <a:gd name="connsiteX13-1941" fmla="*/ 1018 w 10051"/>
                <a:gd name="connsiteY13-1942" fmla="*/ 1250 h 10379"/>
                <a:gd name="connsiteX14-1943" fmla="*/ 79 w 10051"/>
                <a:gd name="connsiteY14-1944" fmla="*/ 0 h 10379"/>
                <a:gd name="connsiteX15-1945" fmla="*/ 51 w 10051"/>
                <a:gd name="connsiteY15-1946" fmla="*/ 9511 h 10379"/>
                <a:gd name="connsiteX16-1947" fmla="*/ 300 w 10051"/>
                <a:gd name="connsiteY16-1948" fmla="*/ 10000 h 10379"/>
                <a:gd name="connsiteX17-1949" fmla="*/ 327 w 10051"/>
                <a:gd name="connsiteY17-1950" fmla="*/ 10000 h 10379"/>
                <a:gd name="connsiteX18-1951" fmla="*/ 9775 w 10051"/>
                <a:gd name="connsiteY18-1952" fmla="*/ 10000 h 10379"/>
                <a:gd name="connsiteX19-1953" fmla="*/ 9885 w 10051"/>
                <a:gd name="connsiteY19-1954" fmla="*/ 10000 h 10379"/>
                <a:gd name="connsiteX20-1955" fmla="*/ 9941 w 10051"/>
                <a:gd name="connsiteY20-1956" fmla="*/ 9946 h 10379"/>
                <a:gd name="connsiteX21-1957" fmla="*/ 9996 w 10051"/>
                <a:gd name="connsiteY21-1958" fmla="*/ 9837 h 10379"/>
                <a:gd name="connsiteX22-1959" fmla="*/ 10023 w 10051"/>
                <a:gd name="connsiteY22-1960" fmla="*/ 9728 h 10379"/>
                <a:gd name="connsiteX23-1961" fmla="*/ 10051 w 10051"/>
                <a:gd name="connsiteY23-1962" fmla="*/ 9674 h 10379"/>
                <a:gd name="connsiteX24-1963" fmla="*/ 10051 w 10051"/>
                <a:gd name="connsiteY24-1964" fmla="*/ 9511 h 10379"/>
                <a:gd name="connsiteX25-1965" fmla="*/ 10051 w 10051"/>
                <a:gd name="connsiteY25-1966" fmla="*/ 9457 h 10379"/>
                <a:gd name="connsiteX26-1967" fmla="*/ 10051 w 10051"/>
                <a:gd name="connsiteY26-1968" fmla="*/ 9457 h 10379"/>
                <a:gd name="connsiteX27-1969" fmla="*/ 10051 w 10051"/>
                <a:gd name="connsiteY27-1970" fmla="*/ 8696 h 10379"/>
                <a:gd name="connsiteX28-1971" fmla="*/ 10051 w 10051"/>
                <a:gd name="connsiteY28-1972" fmla="*/ 7663 h 10379"/>
                <a:gd name="connsiteX29-1973" fmla="*/ 10051 w 10051"/>
                <a:gd name="connsiteY29-1974" fmla="*/ 6304 h 10379"/>
                <a:gd name="connsiteX30-1975" fmla="*/ 10051 w 10051"/>
                <a:gd name="connsiteY30-1976" fmla="*/ 4783 h 10379"/>
                <a:gd name="connsiteX31-1977" fmla="*/ 10051 w 10051"/>
                <a:gd name="connsiteY31-1978" fmla="*/ 0 h 10379"/>
                <a:gd name="connsiteX0-1979" fmla="*/ 10051 w 10051"/>
                <a:gd name="connsiteY0-1980" fmla="*/ 0 h 10379"/>
                <a:gd name="connsiteX1-1981" fmla="*/ 9139 w 10051"/>
                <a:gd name="connsiteY1-1982" fmla="*/ 1250 h 10379"/>
                <a:gd name="connsiteX2-1983" fmla="*/ 8117 w 10051"/>
                <a:gd name="connsiteY2-1984" fmla="*/ 2174 h 10379"/>
                <a:gd name="connsiteX3-1985" fmla="*/ 6985 w 10051"/>
                <a:gd name="connsiteY3-1986" fmla="*/ 2826 h 10379"/>
                <a:gd name="connsiteX4-1987" fmla="*/ 5797 w 10051"/>
                <a:gd name="connsiteY4-1988" fmla="*/ 3152 h 10379"/>
                <a:gd name="connsiteX5-1989" fmla="*/ 5686 w 10051"/>
                <a:gd name="connsiteY5-1990" fmla="*/ 3913 h 10379"/>
                <a:gd name="connsiteX6-1991" fmla="*/ 5438 w 10051"/>
                <a:gd name="connsiteY6-1992" fmla="*/ 4457 h 10379"/>
                <a:gd name="connsiteX7-1993" fmla="*/ 5051 w 10051"/>
                <a:gd name="connsiteY7-1994" fmla="*/ 4620 h 10379"/>
                <a:gd name="connsiteX8-1995" fmla="*/ 4692 w 10051"/>
                <a:gd name="connsiteY8-1996" fmla="*/ 4457 h 10379"/>
                <a:gd name="connsiteX9-1997" fmla="*/ 4443 w 10051"/>
                <a:gd name="connsiteY9-1998" fmla="*/ 3913 h 10379"/>
                <a:gd name="connsiteX10-1999" fmla="*/ 4305 w 10051"/>
                <a:gd name="connsiteY10-2000" fmla="*/ 3152 h 10379"/>
                <a:gd name="connsiteX11-2001" fmla="*/ 3145 w 10051"/>
                <a:gd name="connsiteY11-2002" fmla="*/ 2826 h 10379"/>
                <a:gd name="connsiteX12-2003" fmla="*/ 2040 w 10051"/>
                <a:gd name="connsiteY12-2004" fmla="*/ 2174 h 10379"/>
                <a:gd name="connsiteX13-2005" fmla="*/ 1018 w 10051"/>
                <a:gd name="connsiteY13-2006" fmla="*/ 1250 h 10379"/>
                <a:gd name="connsiteX14-2007" fmla="*/ 79 w 10051"/>
                <a:gd name="connsiteY14-2008" fmla="*/ 0 h 10379"/>
                <a:gd name="connsiteX15-2009" fmla="*/ 51 w 10051"/>
                <a:gd name="connsiteY15-2010" fmla="*/ 9511 h 10379"/>
                <a:gd name="connsiteX16-2011" fmla="*/ 300 w 10051"/>
                <a:gd name="connsiteY16-2012" fmla="*/ 10000 h 10379"/>
                <a:gd name="connsiteX17-2013" fmla="*/ 327 w 10051"/>
                <a:gd name="connsiteY17-2014" fmla="*/ 10000 h 10379"/>
                <a:gd name="connsiteX18-2015" fmla="*/ 9775 w 10051"/>
                <a:gd name="connsiteY18-2016" fmla="*/ 10000 h 10379"/>
                <a:gd name="connsiteX19-2017" fmla="*/ 9885 w 10051"/>
                <a:gd name="connsiteY19-2018" fmla="*/ 10000 h 10379"/>
                <a:gd name="connsiteX20-2019" fmla="*/ 9941 w 10051"/>
                <a:gd name="connsiteY20-2020" fmla="*/ 9946 h 10379"/>
                <a:gd name="connsiteX21-2021" fmla="*/ 9996 w 10051"/>
                <a:gd name="connsiteY21-2022" fmla="*/ 9837 h 10379"/>
                <a:gd name="connsiteX22-2023" fmla="*/ 10023 w 10051"/>
                <a:gd name="connsiteY22-2024" fmla="*/ 9728 h 10379"/>
                <a:gd name="connsiteX23-2025" fmla="*/ 10051 w 10051"/>
                <a:gd name="connsiteY23-2026" fmla="*/ 9674 h 10379"/>
                <a:gd name="connsiteX24-2027" fmla="*/ 10051 w 10051"/>
                <a:gd name="connsiteY24-2028" fmla="*/ 9511 h 10379"/>
                <a:gd name="connsiteX25-2029" fmla="*/ 10051 w 10051"/>
                <a:gd name="connsiteY25-2030" fmla="*/ 9457 h 10379"/>
                <a:gd name="connsiteX26-2031" fmla="*/ 10051 w 10051"/>
                <a:gd name="connsiteY26-2032" fmla="*/ 9457 h 10379"/>
                <a:gd name="connsiteX27-2033" fmla="*/ 10051 w 10051"/>
                <a:gd name="connsiteY27-2034" fmla="*/ 8696 h 10379"/>
                <a:gd name="connsiteX28-2035" fmla="*/ 10051 w 10051"/>
                <a:gd name="connsiteY28-2036" fmla="*/ 7663 h 10379"/>
                <a:gd name="connsiteX29-2037" fmla="*/ 10051 w 10051"/>
                <a:gd name="connsiteY29-2038" fmla="*/ 6304 h 10379"/>
                <a:gd name="connsiteX30-2039" fmla="*/ 10051 w 10051"/>
                <a:gd name="connsiteY30-2040" fmla="*/ 0 h 10379"/>
                <a:gd name="connsiteX0-2041" fmla="*/ 10051 w 10051"/>
                <a:gd name="connsiteY0-2042" fmla="*/ 0 h 10379"/>
                <a:gd name="connsiteX1-2043" fmla="*/ 9139 w 10051"/>
                <a:gd name="connsiteY1-2044" fmla="*/ 1250 h 10379"/>
                <a:gd name="connsiteX2-2045" fmla="*/ 8117 w 10051"/>
                <a:gd name="connsiteY2-2046" fmla="*/ 2174 h 10379"/>
                <a:gd name="connsiteX3-2047" fmla="*/ 6985 w 10051"/>
                <a:gd name="connsiteY3-2048" fmla="*/ 2826 h 10379"/>
                <a:gd name="connsiteX4-2049" fmla="*/ 5797 w 10051"/>
                <a:gd name="connsiteY4-2050" fmla="*/ 3152 h 10379"/>
                <a:gd name="connsiteX5-2051" fmla="*/ 5686 w 10051"/>
                <a:gd name="connsiteY5-2052" fmla="*/ 3913 h 10379"/>
                <a:gd name="connsiteX6-2053" fmla="*/ 5438 w 10051"/>
                <a:gd name="connsiteY6-2054" fmla="*/ 4457 h 10379"/>
                <a:gd name="connsiteX7-2055" fmla="*/ 5051 w 10051"/>
                <a:gd name="connsiteY7-2056" fmla="*/ 4620 h 10379"/>
                <a:gd name="connsiteX8-2057" fmla="*/ 4692 w 10051"/>
                <a:gd name="connsiteY8-2058" fmla="*/ 4457 h 10379"/>
                <a:gd name="connsiteX9-2059" fmla="*/ 4443 w 10051"/>
                <a:gd name="connsiteY9-2060" fmla="*/ 3913 h 10379"/>
                <a:gd name="connsiteX10-2061" fmla="*/ 4305 w 10051"/>
                <a:gd name="connsiteY10-2062" fmla="*/ 3152 h 10379"/>
                <a:gd name="connsiteX11-2063" fmla="*/ 3145 w 10051"/>
                <a:gd name="connsiteY11-2064" fmla="*/ 2826 h 10379"/>
                <a:gd name="connsiteX12-2065" fmla="*/ 2040 w 10051"/>
                <a:gd name="connsiteY12-2066" fmla="*/ 2174 h 10379"/>
                <a:gd name="connsiteX13-2067" fmla="*/ 1018 w 10051"/>
                <a:gd name="connsiteY13-2068" fmla="*/ 1250 h 10379"/>
                <a:gd name="connsiteX14-2069" fmla="*/ 79 w 10051"/>
                <a:gd name="connsiteY14-2070" fmla="*/ 0 h 10379"/>
                <a:gd name="connsiteX15-2071" fmla="*/ 51 w 10051"/>
                <a:gd name="connsiteY15-2072" fmla="*/ 9511 h 10379"/>
                <a:gd name="connsiteX16-2073" fmla="*/ 300 w 10051"/>
                <a:gd name="connsiteY16-2074" fmla="*/ 10000 h 10379"/>
                <a:gd name="connsiteX17-2075" fmla="*/ 327 w 10051"/>
                <a:gd name="connsiteY17-2076" fmla="*/ 10000 h 10379"/>
                <a:gd name="connsiteX18-2077" fmla="*/ 9775 w 10051"/>
                <a:gd name="connsiteY18-2078" fmla="*/ 10000 h 10379"/>
                <a:gd name="connsiteX19-2079" fmla="*/ 9885 w 10051"/>
                <a:gd name="connsiteY19-2080" fmla="*/ 10000 h 10379"/>
                <a:gd name="connsiteX20-2081" fmla="*/ 9941 w 10051"/>
                <a:gd name="connsiteY20-2082" fmla="*/ 9946 h 10379"/>
                <a:gd name="connsiteX21-2083" fmla="*/ 9996 w 10051"/>
                <a:gd name="connsiteY21-2084" fmla="*/ 9837 h 10379"/>
                <a:gd name="connsiteX22-2085" fmla="*/ 10023 w 10051"/>
                <a:gd name="connsiteY22-2086" fmla="*/ 9728 h 10379"/>
                <a:gd name="connsiteX23-2087" fmla="*/ 10051 w 10051"/>
                <a:gd name="connsiteY23-2088" fmla="*/ 9674 h 10379"/>
                <a:gd name="connsiteX24-2089" fmla="*/ 10051 w 10051"/>
                <a:gd name="connsiteY24-2090" fmla="*/ 9511 h 10379"/>
                <a:gd name="connsiteX25-2091" fmla="*/ 10051 w 10051"/>
                <a:gd name="connsiteY25-2092" fmla="*/ 9457 h 10379"/>
                <a:gd name="connsiteX26-2093" fmla="*/ 10051 w 10051"/>
                <a:gd name="connsiteY26-2094" fmla="*/ 9457 h 10379"/>
                <a:gd name="connsiteX27-2095" fmla="*/ 10051 w 10051"/>
                <a:gd name="connsiteY27-2096" fmla="*/ 8696 h 10379"/>
                <a:gd name="connsiteX28-2097" fmla="*/ 10051 w 10051"/>
                <a:gd name="connsiteY28-2098" fmla="*/ 7663 h 10379"/>
                <a:gd name="connsiteX29-2099" fmla="*/ 10051 w 10051"/>
                <a:gd name="connsiteY29-2100" fmla="*/ 0 h 10379"/>
                <a:gd name="connsiteX0-2101" fmla="*/ 10051 w 10051"/>
                <a:gd name="connsiteY0-2102" fmla="*/ 0 h 10379"/>
                <a:gd name="connsiteX1-2103" fmla="*/ 9139 w 10051"/>
                <a:gd name="connsiteY1-2104" fmla="*/ 1250 h 10379"/>
                <a:gd name="connsiteX2-2105" fmla="*/ 8117 w 10051"/>
                <a:gd name="connsiteY2-2106" fmla="*/ 2174 h 10379"/>
                <a:gd name="connsiteX3-2107" fmla="*/ 6985 w 10051"/>
                <a:gd name="connsiteY3-2108" fmla="*/ 2826 h 10379"/>
                <a:gd name="connsiteX4-2109" fmla="*/ 5797 w 10051"/>
                <a:gd name="connsiteY4-2110" fmla="*/ 3152 h 10379"/>
                <a:gd name="connsiteX5-2111" fmla="*/ 5686 w 10051"/>
                <a:gd name="connsiteY5-2112" fmla="*/ 3913 h 10379"/>
                <a:gd name="connsiteX6-2113" fmla="*/ 5438 w 10051"/>
                <a:gd name="connsiteY6-2114" fmla="*/ 4457 h 10379"/>
                <a:gd name="connsiteX7-2115" fmla="*/ 5051 w 10051"/>
                <a:gd name="connsiteY7-2116" fmla="*/ 4620 h 10379"/>
                <a:gd name="connsiteX8-2117" fmla="*/ 4692 w 10051"/>
                <a:gd name="connsiteY8-2118" fmla="*/ 4457 h 10379"/>
                <a:gd name="connsiteX9-2119" fmla="*/ 4443 w 10051"/>
                <a:gd name="connsiteY9-2120" fmla="*/ 3913 h 10379"/>
                <a:gd name="connsiteX10-2121" fmla="*/ 4305 w 10051"/>
                <a:gd name="connsiteY10-2122" fmla="*/ 3152 h 10379"/>
                <a:gd name="connsiteX11-2123" fmla="*/ 3145 w 10051"/>
                <a:gd name="connsiteY11-2124" fmla="*/ 2826 h 10379"/>
                <a:gd name="connsiteX12-2125" fmla="*/ 2040 w 10051"/>
                <a:gd name="connsiteY12-2126" fmla="*/ 2174 h 10379"/>
                <a:gd name="connsiteX13-2127" fmla="*/ 1018 w 10051"/>
                <a:gd name="connsiteY13-2128" fmla="*/ 1250 h 10379"/>
                <a:gd name="connsiteX14-2129" fmla="*/ 79 w 10051"/>
                <a:gd name="connsiteY14-2130" fmla="*/ 0 h 10379"/>
                <a:gd name="connsiteX15-2131" fmla="*/ 51 w 10051"/>
                <a:gd name="connsiteY15-2132" fmla="*/ 9511 h 10379"/>
                <a:gd name="connsiteX16-2133" fmla="*/ 300 w 10051"/>
                <a:gd name="connsiteY16-2134" fmla="*/ 10000 h 10379"/>
                <a:gd name="connsiteX17-2135" fmla="*/ 327 w 10051"/>
                <a:gd name="connsiteY17-2136" fmla="*/ 10000 h 10379"/>
                <a:gd name="connsiteX18-2137" fmla="*/ 9775 w 10051"/>
                <a:gd name="connsiteY18-2138" fmla="*/ 10000 h 10379"/>
                <a:gd name="connsiteX19-2139" fmla="*/ 9885 w 10051"/>
                <a:gd name="connsiteY19-2140" fmla="*/ 10000 h 10379"/>
                <a:gd name="connsiteX20-2141" fmla="*/ 9941 w 10051"/>
                <a:gd name="connsiteY20-2142" fmla="*/ 9946 h 10379"/>
                <a:gd name="connsiteX21-2143" fmla="*/ 9996 w 10051"/>
                <a:gd name="connsiteY21-2144" fmla="*/ 9837 h 10379"/>
                <a:gd name="connsiteX22-2145" fmla="*/ 10023 w 10051"/>
                <a:gd name="connsiteY22-2146" fmla="*/ 9728 h 10379"/>
                <a:gd name="connsiteX23-2147" fmla="*/ 10051 w 10051"/>
                <a:gd name="connsiteY23-2148" fmla="*/ 9674 h 10379"/>
                <a:gd name="connsiteX24-2149" fmla="*/ 10051 w 10051"/>
                <a:gd name="connsiteY24-2150" fmla="*/ 9511 h 10379"/>
                <a:gd name="connsiteX25-2151" fmla="*/ 10051 w 10051"/>
                <a:gd name="connsiteY25-2152" fmla="*/ 9457 h 10379"/>
                <a:gd name="connsiteX26-2153" fmla="*/ 10051 w 10051"/>
                <a:gd name="connsiteY26-2154" fmla="*/ 9457 h 10379"/>
                <a:gd name="connsiteX27-2155" fmla="*/ 10051 w 10051"/>
                <a:gd name="connsiteY27-2156" fmla="*/ 8696 h 10379"/>
                <a:gd name="connsiteX28-2157" fmla="*/ 10051 w 10051"/>
                <a:gd name="connsiteY28-2158" fmla="*/ 0 h 10379"/>
                <a:gd name="connsiteX0-2159" fmla="*/ 10051 w 10051"/>
                <a:gd name="connsiteY0-2160" fmla="*/ 0 h 10379"/>
                <a:gd name="connsiteX1-2161" fmla="*/ 9139 w 10051"/>
                <a:gd name="connsiteY1-2162" fmla="*/ 1250 h 10379"/>
                <a:gd name="connsiteX2-2163" fmla="*/ 8117 w 10051"/>
                <a:gd name="connsiteY2-2164" fmla="*/ 2174 h 10379"/>
                <a:gd name="connsiteX3-2165" fmla="*/ 6985 w 10051"/>
                <a:gd name="connsiteY3-2166" fmla="*/ 2826 h 10379"/>
                <a:gd name="connsiteX4-2167" fmla="*/ 5797 w 10051"/>
                <a:gd name="connsiteY4-2168" fmla="*/ 3152 h 10379"/>
                <a:gd name="connsiteX5-2169" fmla="*/ 5686 w 10051"/>
                <a:gd name="connsiteY5-2170" fmla="*/ 3913 h 10379"/>
                <a:gd name="connsiteX6-2171" fmla="*/ 5438 w 10051"/>
                <a:gd name="connsiteY6-2172" fmla="*/ 4457 h 10379"/>
                <a:gd name="connsiteX7-2173" fmla="*/ 5051 w 10051"/>
                <a:gd name="connsiteY7-2174" fmla="*/ 4620 h 10379"/>
                <a:gd name="connsiteX8-2175" fmla="*/ 4692 w 10051"/>
                <a:gd name="connsiteY8-2176" fmla="*/ 4457 h 10379"/>
                <a:gd name="connsiteX9-2177" fmla="*/ 4443 w 10051"/>
                <a:gd name="connsiteY9-2178" fmla="*/ 3913 h 10379"/>
                <a:gd name="connsiteX10-2179" fmla="*/ 4305 w 10051"/>
                <a:gd name="connsiteY10-2180" fmla="*/ 3152 h 10379"/>
                <a:gd name="connsiteX11-2181" fmla="*/ 3145 w 10051"/>
                <a:gd name="connsiteY11-2182" fmla="*/ 2826 h 10379"/>
                <a:gd name="connsiteX12-2183" fmla="*/ 2040 w 10051"/>
                <a:gd name="connsiteY12-2184" fmla="*/ 2174 h 10379"/>
                <a:gd name="connsiteX13-2185" fmla="*/ 1018 w 10051"/>
                <a:gd name="connsiteY13-2186" fmla="*/ 1250 h 10379"/>
                <a:gd name="connsiteX14-2187" fmla="*/ 79 w 10051"/>
                <a:gd name="connsiteY14-2188" fmla="*/ 0 h 10379"/>
                <a:gd name="connsiteX15-2189" fmla="*/ 51 w 10051"/>
                <a:gd name="connsiteY15-2190" fmla="*/ 9511 h 10379"/>
                <a:gd name="connsiteX16-2191" fmla="*/ 300 w 10051"/>
                <a:gd name="connsiteY16-2192" fmla="*/ 10000 h 10379"/>
                <a:gd name="connsiteX17-2193" fmla="*/ 327 w 10051"/>
                <a:gd name="connsiteY17-2194" fmla="*/ 10000 h 10379"/>
                <a:gd name="connsiteX18-2195" fmla="*/ 9775 w 10051"/>
                <a:gd name="connsiteY18-2196" fmla="*/ 10000 h 10379"/>
                <a:gd name="connsiteX19-2197" fmla="*/ 9885 w 10051"/>
                <a:gd name="connsiteY19-2198" fmla="*/ 10000 h 10379"/>
                <a:gd name="connsiteX20-2199" fmla="*/ 9941 w 10051"/>
                <a:gd name="connsiteY20-2200" fmla="*/ 9946 h 10379"/>
                <a:gd name="connsiteX21-2201" fmla="*/ 9996 w 10051"/>
                <a:gd name="connsiteY21-2202" fmla="*/ 9837 h 10379"/>
                <a:gd name="connsiteX22-2203" fmla="*/ 10023 w 10051"/>
                <a:gd name="connsiteY22-2204" fmla="*/ 9728 h 10379"/>
                <a:gd name="connsiteX23-2205" fmla="*/ 10051 w 10051"/>
                <a:gd name="connsiteY23-2206" fmla="*/ 9674 h 10379"/>
                <a:gd name="connsiteX24-2207" fmla="*/ 10051 w 10051"/>
                <a:gd name="connsiteY24-2208" fmla="*/ 9511 h 10379"/>
                <a:gd name="connsiteX25-2209" fmla="*/ 10051 w 10051"/>
                <a:gd name="connsiteY25-2210" fmla="*/ 9457 h 10379"/>
                <a:gd name="connsiteX26-2211" fmla="*/ 10051 w 10051"/>
                <a:gd name="connsiteY26-2212" fmla="*/ 9457 h 10379"/>
                <a:gd name="connsiteX27-2213" fmla="*/ 10051 w 10051"/>
                <a:gd name="connsiteY27-2214" fmla="*/ 0 h 10379"/>
                <a:gd name="connsiteX0-2215" fmla="*/ 10051 w 10051"/>
                <a:gd name="connsiteY0-2216" fmla="*/ 0 h 10379"/>
                <a:gd name="connsiteX1-2217" fmla="*/ 9139 w 10051"/>
                <a:gd name="connsiteY1-2218" fmla="*/ 1250 h 10379"/>
                <a:gd name="connsiteX2-2219" fmla="*/ 8117 w 10051"/>
                <a:gd name="connsiteY2-2220" fmla="*/ 2174 h 10379"/>
                <a:gd name="connsiteX3-2221" fmla="*/ 6985 w 10051"/>
                <a:gd name="connsiteY3-2222" fmla="*/ 2826 h 10379"/>
                <a:gd name="connsiteX4-2223" fmla="*/ 5797 w 10051"/>
                <a:gd name="connsiteY4-2224" fmla="*/ 3152 h 10379"/>
                <a:gd name="connsiteX5-2225" fmla="*/ 5686 w 10051"/>
                <a:gd name="connsiteY5-2226" fmla="*/ 3913 h 10379"/>
                <a:gd name="connsiteX6-2227" fmla="*/ 5438 w 10051"/>
                <a:gd name="connsiteY6-2228" fmla="*/ 4457 h 10379"/>
                <a:gd name="connsiteX7-2229" fmla="*/ 5051 w 10051"/>
                <a:gd name="connsiteY7-2230" fmla="*/ 4620 h 10379"/>
                <a:gd name="connsiteX8-2231" fmla="*/ 4692 w 10051"/>
                <a:gd name="connsiteY8-2232" fmla="*/ 4457 h 10379"/>
                <a:gd name="connsiteX9-2233" fmla="*/ 4443 w 10051"/>
                <a:gd name="connsiteY9-2234" fmla="*/ 3913 h 10379"/>
                <a:gd name="connsiteX10-2235" fmla="*/ 4305 w 10051"/>
                <a:gd name="connsiteY10-2236" fmla="*/ 3152 h 10379"/>
                <a:gd name="connsiteX11-2237" fmla="*/ 3145 w 10051"/>
                <a:gd name="connsiteY11-2238" fmla="*/ 2826 h 10379"/>
                <a:gd name="connsiteX12-2239" fmla="*/ 2040 w 10051"/>
                <a:gd name="connsiteY12-2240" fmla="*/ 2174 h 10379"/>
                <a:gd name="connsiteX13-2241" fmla="*/ 1018 w 10051"/>
                <a:gd name="connsiteY13-2242" fmla="*/ 1250 h 10379"/>
                <a:gd name="connsiteX14-2243" fmla="*/ 79 w 10051"/>
                <a:gd name="connsiteY14-2244" fmla="*/ 0 h 10379"/>
                <a:gd name="connsiteX15-2245" fmla="*/ 51 w 10051"/>
                <a:gd name="connsiteY15-2246" fmla="*/ 9511 h 10379"/>
                <a:gd name="connsiteX16-2247" fmla="*/ 300 w 10051"/>
                <a:gd name="connsiteY16-2248" fmla="*/ 10000 h 10379"/>
                <a:gd name="connsiteX17-2249" fmla="*/ 327 w 10051"/>
                <a:gd name="connsiteY17-2250" fmla="*/ 10000 h 10379"/>
                <a:gd name="connsiteX18-2251" fmla="*/ 9775 w 10051"/>
                <a:gd name="connsiteY18-2252" fmla="*/ 10000 h 10379"/>
                <a:gd name="connsiteX19-2253" fmla="*/ 9885 w 10051"/>
                <a:gd name="connsiteY19-2254" fmla="*/ 10000 h 10379"/>
                <a:gd name="connsiteX20-2255" fmla="*/ 9941 w 10051"/>
                <a:gd name="connsiteY20-2256" fmla="*/ 9946 h 10379"/>
                <a:gd name="connsiteX21-2257" fmla="*/ 9996 w 10051"/>
                <a:gd name="connsiteY21-2258" fmla="*/ 9837 h 10379"/>
                <a:gd name="connsiteX22-2259" fmla="*/ 10023 w 10051"/>
                <a:gd name="connsiteY22-2260" fmla="*/ 9728 h 10379"/>
                <a:gd name="connsiteX23-2261" fmla="*/ 10051 w 10051"/>
                <a:gd name="connsiteY23-2262" fmla="*/ 9674 h 10379"/>
                <a:gd name="connsiteX24-2263" fmla="*/ 10051 w 10051"/>
                <a:gd name="connsiteY24-2264" fmla="*/ 9511 h 10379"/>
                <a:gd name="connsiteX25-2265" fmla="*/ 10051 w 10051"/>
                <a:gd name="connsiteY25-2266" fmla="*/ 9457 h 10379"/>
                <a:gd name="connsiteX26-2267" fmla="*/ 10051 w 10051"/>
                <a:gd name="connsiteY26-2268" fmla="*/ 0 h 10379"/>
                <a:gd name="connsiteX0-2269" fmla="*/ 10051 w 10051"/>
                <a:gd name="connsiteY0-2270" fmla="*/ 0 h 10379"/>
                <a:gd name="connsiteX1-2271" fmla="*/ 9139 w 10051"/>
                <a:gd name="connsiteY1-2272" fmla="*/ 1250 h 10379"/>
                <a:gd name="connsiteX2-2273" fmla="*/ 8117 w 10051"/>
                <a:gd name="connsiteY2-2274" fmla="*/ 2174 h 10379"/>
                <a:gd name="connsiteX3-2275" fmla="*/ 6985 w 10051"/>
                <a:gd name="connsiteY3-2276" fmla="*/ 2826 h 10379"/>
                <a:gd name="connsiteX4-2277" fmla="*/ 5797 w 10051"/>
                <a:gd name="connsiteY4-2278" fmla="*/ 3152 h 10379"/>
                <a:gd name="connsiteX5-2279" fmla="*/ 5686 w 10051"/>
                <a:gd name="connsiteY5-2280" fmla="*/ 3913 h 10379"/>
                <a:gd name="connsiteX6-2281" fmla="*/ 5438 w 10051"/>
                <a:gd name="connsiteY6-2282" fmla="*/ 4457 h 10379"/>
                <a:gd name="connsiteX7-2283" fmla="*/ 5051 w 10051"/>
                <a:gd name="connsiteY7-2284" fmla="*/ 4620 h 10379"/>
                <a:gd name="connsiteX8-2285" fmla="*/ 4692 w 10051"/>
                <a:gd name="connsiteY8-2286" fmla="*/ 4457 h 10379"/>
                <a:gd name="connsiteX9-2287" fmla="*/ 4443 w 10051"/>
                <a:gd name="connsiteY9-2288" fmla="*/ 3913 h 10379"/>
                <a:gd name="connsiteX10-2289" fmla="*/ 4305 w 10051"/>
                <a:gd name="connsiteY10-2290" fmla="*/ 3152 h 10379"/>
                <a:gd name="connsiteX11-2291" fmla="*/ 3145 w 10051"/>
                <a:gd name="connsiteY11-2292" fmla="*/ 2826 h 10379"/>
                <a:gd name="connsiteX12-2293" fmla="*/ 2040 w 10051"/>
                <a:gd name="connsiteY12-2294" fmla="*/ 2174 h 10379"/>
                <a:gd name="connsiteX13-2295" fmla="*/ 1018 w 10051"/>
                <a:gd name="connsiteY13-2296" fmla="*/ 1250 h 10379"/>
                <a:gd name="connsiteX14-2297" fmla="*/ 79 w 10051"/>
                <a:gd name="connsiteY14-2298" fmla="*/ 0 h 10379"/>
                <a:gd name="connsiteX15-2299" fmla="*/ 51 w 10051"/>
                <a:gd name="connsiteY15-2300" fmla="*/ 9511 h 10379"/>
                <a:gd name="connsiteX16-2301" fmla="*/ 300 w 10051"/>
                <a:gd name="connsiteY16-2302" fmla="*/ 10000 h 10379"/>
                <a:gd name="connsiteX17-2303" fmla="*/ 327 w 10051"/>
                <a:gd name="connsiteY17-2304" fmla="*/ 10000 h 10379"/>
                <a:gd name="connsiteX18-2305" fmla="*/ 9775 w 10051"/>
                <a:gd name="connsiteY18-2306" fmla="*/ 10000 h 10379"/>
                <a:gd name="connsiteX19-2307" fmla="*/ 9885 w 10051"/>
                <a:gd name="connsiteY19-2308" fmla="*/ 10000 h 10379"/>
                <a:gd name="connsiteX20-2309" fmla="*/ 9941 w 10051"/>
                <a:gd name="connsiteY20-2310" fmla="*/ 9946 h 10379"/>
                <a:gd name="connsiteX21-2311" fmla="*/ 9996 w 10051"/>
                <a:gd name="connsiteY21-2312" fmla="*/ 9837 h 10379"/>
                <a:gd name="connsiteX22-2313" fmla="*/ 10023 w 10051"/>
                <a:gd name="connsiteY22-2314" fmla="*/ 9728 h 10379"/>
                <a:gd name="connsiteX23-2315" fmla="*/ 10051 w 10051"/>
                <a:gd name="connsiteY23-2316" fmla="*/ 9674 h 10379"/>
                <a:gd name="connsiteX24-2317" fmla="*/ 10051 w 10051"/>
                <a:gd name="connsiteY24-2318" fmla="*/ 9457 h 10379"/>
                <a:gd name="connsiteX25-2319" fmla="*/ 10051 w 10051"/>
                <a:gd name="connsiteY25-2320" fmla="*/ 0 h 10379"/>
                <a:gd name="connsiteX0-2321" fmla="*/ 10051 w 10051"/>
                <a:gd name="connsiteY0-2322" fmla="*/ 0 h 10379"/>
                <a:gd name="connsiteX1-2323" fmla="*/ 9139 w 10051"/>
                <a:gd name="connsiteY1-2324" fmla="*/ 1250 h 10379"/>
                <a:gd name="connsiteX2-2325" fmla="*/ 8117 w 10051"/>
                <a:gd name="connsiteY2-2326" fmla="*/ 2174 h 10379"/>
                <a:gd name="connsiteX3-2327" fmla="*/ 6985 w 10051"/>
                <a:gd name="connsiteY3-2328" fmla="*/ 2826 h 10379"/>
                <a:gd name="connsiteX4-2329" fmla="*/ 5797 w 10051"/>
                <a:gd name="connsiteY4-2330" fmla="*/ 3152 h 10379"/>
                <a:gd name="connsiteX5-2331" fmla="*/ 5686 w 10051"/>
                <a:gd name="connsiteY5-2332" fmla="*/ 3913 h 10379"/>
                <a:gd name="connsiteX6-2333" fmla="*/ 5438 w 10051"/>
                <a:gd name="connsiteY6-2334" fmla="*/ 4457 h 10379"/>
                <a:gd name="connsiteX7-2335" fmla="*/ 5051 w 10051"/>
                <a:gd name="connsiteY7-2336" fmla="*/ 4620 h 10379"/>
                <a:gd name="connsiteX8-2337" fmla="*/ 4692 w 10051"/>
                <a:gd name="connsiteY8-2338" fmla="*/ 4457 h 10379"/>
                <a:gd name="connsiteX9-2339" fmla="*/ 4443 w 10051"/>
                <a:gd name="connsiteY9-2340" fmla="*/ 3913 h 10379"/>
                <a:gd name="connsiteX10-2341" fmla="*/ 4305 w 10051"/>
                <a:gd name="connsiteY10-2342" fmla="*/ 3152 h 10379"/>
                <a:gd name="connsiteX11-2343" fmla="*/ 3145 w 10051"/>
                <a:gd name="connsiteY11-2344" fmla="*/ 2826 h 10379"/>
                <a:gd name="connsiteX12-2345" fmla="*/ 2040 w 10051"/>
                <a:gd name="connsiteY12-2346" fmla="*/ 2174 h 10379"/>
                <a:gd name="connsiteX13-2347" fmla="*/ 1018 w 10051"/>
                <a:gd name="connsiteY13-2348" fmla="*/ 1250 h 10379"/>
                <a:gd name="connsiteX14-2349" fmla="*/ 79 w 10051"/>
                <a:gd name="connsiteY14-2350" fmla="*/ 0 h 10379"/>
                <a:gd name="connsiteX15-2351" fmla="*/ 51 w 10051"/>
                <a:gd name="connsiteY15-2352" fmla="*/ 9511 h 10379"/>
                <a:gd name="connsiteX16-2353" fmla="*/ 300 w 10051"/>
                <a:gd name="connsiteY16-2354" fmla="*/ 10000 h 10379"/>
                <a:gd name="connsiteX17-2355" fmla="*/ 327 w 10051"/>
                <a:gd name="connsiteY17-2356" fmla="*/ 10000 h 10379"/>
                <a:gd name="connsiteX18-2357" fmla="*/ 9775 w 10051"/>
                <a:gd name="connsiteY18-2358" fmla="*/ 10000 h 10379"/>
                <a:gd name="connsiteX19-2359" fmla="*/ 9885 w 10051"/>
                <a:gd name="connsiteY19-2360" fmla="*/ 10000 h 10379"/>
                <a:gd name="connsiteX20-2361" fmla="*/ 9941 w 10051"/>
                <a:gd name="connsiteY20-2362" fmla="*/ 9946 h 10379"/>
                <a:gd name="connsiteX21-2363" fmla="*/ 9996 w 10051"/>
                <a:gd name="connsiteY21-2364" fmla="*/ 9837 h 10379"/>
                <a:gd name="connsiteX22-2365" fmla="*/ 10023 w 10051"/>
                <a:gd name="connsiteY22-2366" fmla="*/ 9728 h 10379"/>
                <a:gd name="connsiteX23-2367" fmla="*/ 10051 w 10051"/>
                <a:gd name="connsiteY23-2368" fmla="*/ 9457 h 10379"/>
                <a:gd name="connsiteX24-2369" fmla="*/ 10051 w 10051"/>
                <a:gd name="connsiteY24-2370" fmla="*/ 0 h 10379"/>
                <a:gd name="connsiteX0-2371" fmla="*/ 10051 w 10051"/>
                <a:gd name="connsiteY0-2372" fmla="*/ 0 h 10379"/>
                <a:gd name="connsiteX1-2373" fmla="*/ 9139 w 10051"/>
                <a:gd name="connsiteY1-2374" fmla="*/ 1250 h 10379"/>
                <a:gd name="connsiteX2-2375" fmla="*/ 8117 w 10051"/>
                <a:gd name="connsiteY2-2376" fmla="*/ 2174 h 10379"/>
                <a:gd name="connsiteX3-2377" fmla="*/ 6985 w 10051"/>
                <a:gd name="connsiteY3-2378" fmla="*/ 2826 h 10379"/>
                <a:gd name="connsiteX4-2379" fmla="*/ 5797 w 10051"/>
                <a:gd name="connsiteY4-2380" fmla="*/ 3152 h 10379"/>
                <a:gd name="connsiteX5-2381" fmla="*/ 5686 w 10051"/>
                <a:gd name="connsiteY5-2382" fmla="*/ 3913 h 10379"/>
                <a:gd name="connsiteX6-2383" fmla="*/ 5438 w 10051"/>
                <a:gd name="connsiteY6-2384" fmla="*/ 4457 h 10379"/>
                <a:gd name="connsiteX7-2385" fmla="*/ 5051 w 10051"/>
                <a:gd name="connsiteY7-2386" fmla="*/ 4620 h 10379"/>
                <a:gd name="connsiteX8-2387" fmla="*/ 4692 w 10051"/>
                <a:gd name="connsiteY8-2388" fmla="*/ 4457 h 10379"/>
                <a:gd name="connsiteX9-2389" fmla="*/ 4443 w 10051"/>
                <a:gd name="connsiteY9-2390" fmla="*/ 3913 h 10379"/>
                <a:gd name="connsiteX10-2391" fmla="*/ 4305 w 10051"/>
                <a:gd name="connsiteY10-2392" fmla="*/ 3152 h 10379"/>
                <a:gd name="connsiteX11-2393" fmla="*/ 3145 w 10051"/>
                <a:gd name="connsiteY11-2394" fmla="*/ 2826 h 10379"/>
                <a:gd name="connsiteX12-2395" fmla="*/ 2040 w 10051"/>
                <a:gd name="connsiteY12-2396" fmla="*/ 2174 h 10379"/>
                <a:gd name="connsiteX13-2397" fmla="*/ 1018 w 10051"/>
                <a:gd name="connsiteY13-2398" fmla="*/ 1250 h 10379"/>
                <a:gd name="connsiteX14-2399" fmla="*/ 79 w 10051"/>
                <a:gd name="connsiteY14-2400" fmla="*/ 0 h 10379"/>
                <a:gd name="connsiteX15-2401" fmla="*/ 51 w 10051"/>
                <a:gd name="connsiteY15-2402" fmla="*/ 9511 h 10379"/>
                <a:gd name="connsiteX16-2403" fmla="*/ 300 w 10051"/>
                <a:gd name="connsiteY16-2404" fmla="*/ 10000 h 10379"/>
                <a:gd name="connsiteX17-2405" fmla="*/ 327 w 10051"/>
                <a:gd name="connsiteY17-2406" fmla="*/ 10000 h 10379"/>
                <a:gd name="connsiteX18-2407" fmla="*/ 9775 w 10051"/>
                <a:gd name="connsiteY18-2408" fmla="*/ 10000 h 10379"/>
                <a:gd name="connsiteX19-2409" fmla="*/ 9885 w 10051"/>
                <a:gd name="connsiteY19-2410" fmla="*/ 10000 h 10379"/>
                <a:gd name="connsiteX20-2411" fmla="*/ 9941 w 10051"/>
                <a:gd name="connsiteY20-2412" fmla="*/ 9946 h 10379"/>
                <a:gd name="connsiteX21-2413" fmla="*/ 9996 w 10051"/>
                <a:gd name="connsiteY21-2414" fmla="*/ 9837 h 10379"/>
                <a:gd name="connsiteX22-2415" fmla="*/ 10051 w 10051"/>
                <a:gd name="connsiteY22-2416" fmla="*/ 9457 h 10379"/>
                <a:gd name="connsiteX23-2417" fmla="*/ 10051 w 10051"/>
                <a:gd name="connsiteY23-2418" fmla="*/ 0 h 10379"/>
                <a:gd name="connsiteX0-2419" fmla="*/ 10051 w 10051"/>
                <a:gd name="connsiteY0-2420" fmla="*/ 0 h 10379"/>
                <a:gd name="connsiteX1-2421" fmla="*/ 9139 w 10051"/>
                <a:gd name="connsiteY1-2422" fmla="*/ 1250 h 10379"/>
                <a:gd name="connsiteX2-2423" fmla="*/ 8117 w 10051"/>
                <a:gd name="connsiteY2-2424" fmla="*/ 2174 h 10379"/>
                <a:gd name="connsiteX3-2425" fmla="*/ 6985 w 10051"/>
                <a:gd name="connsiteY3-2426" fmla="*/ 2826 h 10379"/>
                <a:gd name="connsiteX4-2427" fmla="*/ 5797 w 10051"/>
                <a:gd name="connsiteY4-2428" fmla="*/ 3152 h 10379"/>
                <a:gd name="connsiteX5-2429" fmla="*/ 5686 w 10051"/>
                <a:gd name="connsiteY5-2430" fmla="*/ 3913 h 10379"/>
                <a:gd name="connsiteX6-2431" fmla="*/ 5438 w 10051"/>
                <a:gd name="connsiteY6-2432" fmla="*/ 4457 h 10379"/>
                <a:gd name="connsiteX7-2433" fmla="*/ 5051 w 10051"/>
                <a:gd name="connsiteY7-2434" fmla="*/ 4620 h 10379"/>
                <a:gd name="connsiteX8-2435" fmla="*/ 4692 w 10051"/>
                <a:gd name="connsiteY8-2436" fmla="*/ 4457 h 10379"/>
                <a:gd name="connsiteX9-2437" fmla="*/ 4443 w 10051"/>
                <a:gd name="connsiteY9-2438" fmla="*/ 3913 h 10379"/>
                <a:gd name="connsiteX10-2439" fmla="*/ 4305 w 10051"/>
                <a:gd name="connsiteY10-2440" fmla="*/ 3152 h 10379"/>
                <a:gd name="connsiteX11-2441" fmla="*/ 3145 w 10051"/>
                <a:gd name="connsiteY11-2442" fmla="*/ 2826 h 10379"/>
                <a:gd name="connsiteX12-2443" fmla="*/ 2040 w 10051"/>
                <a:gd name="connsiteY12-2444" fmla="*/ 2174 h 10379"/>
                <a:gd name="connsiteX13-2445" fmla="*/ 1018 w 10051"/>
                <a:gd name="connsiteY13-2446" fmla="*/ 1250 h 10379"/>
                <a:gd name="connsiteX14-2447" fmla="*/ 79 w 10051"/>
                <a:gd name="connsiteY14-2448" fmla="*/ 0 h 10379"/>
                <a:gd name="connsiteX15-2449" fmla="*/ 51 w 10051"/>
                <a:gd name="connsiteY15-2450" fmla="*/ 9511 h 10379"/>
                <a:gd name="connsiteX16-2451" fmla="*/ 300 w 10051"/>
                <a:gd name="connsiteY16-2452" fmla="*/ 10000 h 10379"/>
                <a:gd name="connsiteX17-2453" fmla="*/ 327 w 10051"/>
                <a:gd name="connsiteY17-2454" fmla="*/ 10000 h 10379"/>
                <a:gd name="connsiteX18-2455" fmla="*/ 9775 w 10051"/>
                <a:gd name="connsiteY18-2456" fmla="*/ 10000 h 10379"/>
                <a:gd name="connsiteX19-2457" fmla="*/ 9885 w 10051"/>
                <a:gd name="connsiteY19-2458" fmla="*/ 10000 h 10379"/>
                <a:gd name="connsiteX20-2459" fmla="*/ 9941 w 10051"/>
                <a:gd name="connsiteY20-2460" fmla="*/ 9946 h 10379"/>
                <a:gd name="connsiteX21-2461" fmla="*/ 10051 w 10051"/>
                <a:gd name="connsiteY21-2462" fmla="*/ 9457 h 10379"/>
                <a:gd name="connsiteX22-2463" fmla="*/ 10051 w 10051"/>
                <a:gd name="connsiteY22-2464" fmla="*/ 0 h 10379"/>
                <a:gd name="connsiteX0-2465" fmla="*/ 10051 w 10051"/>
                <a:gd name="connsiteY0-2466" fmla="*/ 0 h 10379"/>
                <a:gd name="connsiteX1-2467" fmla="*/ 9139 w 10051"/>
                <a:gd name="connsiteY1-2468" fmla="*/ 1250 h 10379"/>
                <a:gd name="connsiteX2-2469" fmla="*/ 8117 w 10051"/>
                <a:gd name="connsiteY2-2470" fmla="*/ 2174 h 10379"/>
                <a:gd name="connsiteX3-2471" fmla="*/ 6985 w 10051"/>
                <a:gd name="connsiteY3-2472" fmla="*/ 2826 h 10379"/>
                <a:gd name="connsiteX4-2473" fmla="*/ 5797 w 10051"/>
                <a:gd name="connsiteY4-2474" fmla="*/ 3152 h 10379"/>
                <a:gd name="connsiteX5-2475" fmla="*/ 5686 w 10051"/>
                <a:gd name="connsiteY5-2476" fmla="*/ 3913 h 10379"/>
                <a:gd name="connsiteX6-2477" fmla="*/ 5438 w 10051"/>
                <a:gd name="connsiteY6-2478" fmla="*/ 4457 h 10379"/>
                <a:gd name="connsiteX7-2479" fmla="*/ 5051 w 10051"/>
                <a:gd name="connsiteY7-2480" fmla="*/ 4620 h 10379"/>
                <a:gd name="connsiteX8-2481" fmla="*/ 4692 w 10051"/>
                <a:gd name="connsiteY8-2482" fmla="*/ 4457 h 10379"/>
                <a:gd name="connsiteX9-2483" fmla="*/ 4443 w 10051"/>
                <a:gd name="connsiteY9-2484" fmla="*/ 3913 h 10379"/>
                <a:gd name="connsiteX10-2485" fmla="*/ 4305 w 10051"/>
                <a:gd name="connsiteY10-2486" fmla="*/ 3152 h 10379"/>
                <a:gd name="connsiteX11-2487" fmla="*/ 3145 w 10051"/>
                <a:gd name="connsiteY11-2488" fmla="*/ 2826 h 10379"/>
                <a:gd name="connsiteX12-2489" fmla="*/ 2040 w 10051"/>
                <a:gd name="connsiteY12-2490" fmla="*/ 2174 h 10379"/>
                <a:gd name="connsiteX13-2491" fmla="*/ 1018 w 10051"/>
                <a:gd name="connsiteY13-2492" fmla="*/ 1250 h 10379"/>
                <a:gd name="connsiteX14-2493" fmla="*/ 79 w 10051"/>
                <a:gd name="connsiteY14-2494" fmla="*/ 0 h 10379"/>
                <a:gd name="connsiteX15-2495" fmla="*/ 51 w 10051"/>
                <a:gd name="connsiteY15-2496" fmla="*/ 9511 h 10379"/>
                <a:gd name="connsiteX16-2497" fmla="*/ 300 w 10051"/>
                <a:gd name="connsiteY16-2498" fmla="*/ 10000 h 10379"/>
                <a:gd name="connsiteX17-2499" fmla="*/ 327 w 10051"/>
                <a:gd name="connsiteY17-2500" fmla="*/ 10000 h 10379"/>
                <a:gd name="connsiteX18-2501" fmla="*/ 9775 w 10051"/>
                <a:gd name="connsiteY18-2502" fmla="*/ 10000 h 10379"/>
                <a:gd name="connsiteX19-2503" fmla="*/ 9885 w 10051"/>
                <a:gd name="connsiteY19-2504" fmla="*/ 10000 h 10379"/>
                <a:gd name="connsiteX20-2505" fmla="*/ 10051 w 10051"/>
                <a:gd name="connsiteY20-2506" fmla="*/ 9457 h 10379"/>
                <a:gd name="connsiteX21-2507" fmla="*/ 10051 w 10051"/>
                <a:gd name="connsiteY21-2508" fmla="*/ 0 h 10379"/>
                <a:gd name="connsiteX0-2509" fmla="*/ 10051 w 10051"/>
                <a:gd name="connsiteY0-2510" fmla="*/ 0 h 10379"/>
                <a:gd name="connsiteX1-2511" fmla="*/ 9139 w 10051"/>
                <a:gd name="connsiteY1-2512" fmla="*/ 1250 h 10379"/>
                <a:gd name="connsiteX2-2513" fmla="*/ 8117 w 10051"/>
                <a:gd name="connsiteY2-2514" fmla="*/ 2174 h 10379"/>
                <a:gd name="connsiteX3-2515" fmla="*/ 6985 w 10051"/>
                <a:gd name="connsiteY3-2516" fmla="*/ 2826 h 10379"/>
                <a:gd name="connsiteX4-2517" fmla="*/ 5797 w 10051"/>
                <a:gd name="connsiteY4-2518" fmla="*/ 3152 h 10379"/>
                <a:gd name="connsiteX5-2519" fmla="*/ 5686 w 10051"/>
                <a:gd name="connsiteY5-2520" fmla="*/ 3913 h 10379"/>
                <a:gd name="connsiteX6-2521" fmla="*/ 5438 w 10051"/>
                <a:gd name="connsiteY6-2522" fmla="*/ 4457 h 10379"/>
                <a:gd name="connsiteX7-2523" fmla="*/ 5051 w 10051"/>
                <a:gd name="connsiteY7-2524" fmla="*/ 4620 h 10379"/>
                <a:gd name="connsiteX8-2525" fmla="*/ 4692 w 10051"/>
                <a:gd name="connsiteY8-2526" fmla="*/ 4457 h 10379"/>
                <a:gd name="connsiteX9-2527" fmla="*/ 4443 w 10051"/>
                <a:gd name="connsiteY9-2528" fmla="*/ 3913 h 10379"/>
                <a:gd name="connsiteX10-2529" fmla="*/ 4305 w 10051"/>
                <a:gd name="connsiteY10-2530" fmla="*/ 3152 h 10379"/>
                <a:gd name="connsiteX11-2531" fmla="*/ 3145 w 10051"/>
                <a:gd name="connsiteY11-2532" fmla="*/ 2826 h 10379"/>
                <a:gd name="connsiteX12-2533" fmla="*/ 2040 w 10051"/>
                <a:gd name="connsiteY12-2534" fmla="*/ 2174 h 10379"/>
                <a:gd name="connsiteX13-2535" fmla="*/ 1018 w 10051"/>
                <a:gd name="connsiteY13-2536" fmla="*/ 1250 h 10379"/>
                <a:gd name="connsiteX14-2537" fmla="*/ 79 w 10051"/>
                <a:gd name="connsiteY14-2538" fmla="*/ 0 h 10379"/>
                <a:gd name="connsiteX15-2539" fmla="*/ 51 w 10051"/>
                <a:gd name="connsiteY15-2540" fmla="*/ 9511 h 10379"/>
                <a:gd name="connsiteX16-2541" fmla="*/ 300 w 10051"/>
                <a:gd name="connsiteY16-2542" fmla="*/ 10000 h 10379"/>
                <a:gd name="connsiteX17-2543" fmla="*/ 327 w 10051"/>
                <a:gd name="connsiteY17-2544" fmla="*/ 10000 h 10379"/>
                <a:gd name="connsiteX18-2545" fmla="*/ 9775 w 10051"/>
                <a:gd name="connsiteY18-2546" fmla="*/ 10000 h 10379"/>
                <a:gd name="connsiteX19-2547" fmla="*/ 10051 w 10051"/>
                <a:gd name="connsiteY19-2548" fmla="*/ 9457 h 10379"/>
                <a:gd name="connsiteX20-2549" fmla="*/ 10051 w 10051"/>
                <a:gd name="connsiteY20-2550" fmla="*/ 0 h 10379"/>
                <a:gd name="connsiteX0-2551" fmla="*/ 10051 w 10058"/>
                <a:gd name="connsiteY0-2552" fmla="*/ 0 h 10379"/>
                <a:gd name="connsiteX1-2553" fmla="*/ 9139 w 10058"/>
                <a:gd name="connsiteY1-2554" fmla="*/ 1250 h 10379"/>
                <a:gd name="connsiteX2-2555" fmla="*/ 8117 w 10058"/>
                <a:gd name="connsiteY2-2556" fmla="*/ 2174 h 10379"/>
                <a:gd name="connsiteX3-2557" fmla="*/ 6985 w 10058"/>
                <a:gd name="connsiteY3-2558" fmla="*/ 2826 h 10379"/>
                <a:gd name="connsiteX4-2559" fmla="*/ 5797 w 10058"/>
                <a:gd name="connsiteY4-2560" fmla="*/ 3152 h 10379"/>
                <a:gd name="connsiteX5-2561" fmla="*/ 5686 w 10058"/>
                <a:gd name="connsiteY5-2562" fmla="*/ 3913 h 10379"/>
                <a:gd name="connsiteX6-2563" fmla="*/ 5438 w 10058"/>
                <a:gd name="connsiteY6-2564" fmla="*/ 4457 h 10379"/>
                <a:gd name="connsiteX7-2565" fmla="*/ 5051 w 10058"/>
                <a:gd name="connsiteY7-2566" fmla="*/ 4620 h 10379"/>
                <a:gd name="connsiteX8-2567" fmla="*/ 4692 w 10058"/>
                <a:gd name="connsiteY8-2568" fmla="*/ 4457 h 10379"/>
                <a:gd name="connsiteX9-2569" fmla="*/ 4443 w 10058"/>
                <a:gd name="connsiteY9-2570" fmla="*/ 3913 h 10379"/>
                <a:gd name="connsiteX10-2571" fmla="*/ 4305 w 10058"/>
                <a:gd name="connsiteY10-2572" fmla="*/ 3152 h 10379"/>
                <a:gd name="connsiteX11-2573" fmla="*/ 3145 w 10058"/>
                <a:gd name="connsiteY11-2574" fmla="*/ 2826 h 10379"/>
                <a:gd name="connsiteX12-2575" fmla="*/ 2040 w 10058"/>
                <a:gd name="connsiteY12-2576" fmla="*/ 2174 h 10379"/>
                <a:gd name="connsiteX13-2577" fmla="*/ 1018 w 10058"/>
                <a:gd name="connsiteY13-2578" fmla="*/ 1250 h 10379"/>
                <a:gd name="connsiteX14-2579" fmla="*/ 79 w 10058"/>
                <a:gd name="connsiteY14-2580" fmla="*/ 0 h 10379"/>
                <a:gd name="connsiteX15-2581" fmla="*/ 51 w 10058"/>
                <a:gd name="connsiteY15-2582" fmla="*/ 9511 h 10379"/>
                <a:gd name="connsiteX16-2583" fmla="*/ 300 w 10058"/>
                <a:gd name="connsiteY16-2584" fmla="*/ 10000 h 10379"/>
                <a:gd name="connsiteX17-2585" fmla="*/ 327 w 10058"/>
                <a:gd name="connsiteY17-2586" fmla="*/ 10000 h 10379"/>
                <a:gd name="connsiteX18-2587" fmla="*/ 9775 w 10058"/>
                <a:gd name="connsiteY18-2588" fmla="*/ 10000 h 10379"/>
                <a:gd name="connsiteX19-2589" fmla="*/ 10051 w 10058"/>
                <a:gd name="connsiteY19-2590" fmla="*/ 9457 h 10379"/>
                <a:gd name="connsiteX20-2591" fmla="*/ 10051 w 10058"/>
                <a:gd name="connsiteY20-2592" fmla="*/ 0 h 10379"/>
                <a:gd name="connsiteX0-2593" fmla="*/ 10051 w 10051"/>
                <a:gd name="connsiteY0-2594" fmla="*/ 0 h 10379"/>
                <a:gd name="connsiteX1-2595" fmla="*/ 9139 w 10051"/>
                <a:gd name="connsiteY1-2596" fmla="*/ 1250 h 10379"/>
                <a:gd name="connsiteX2-2597" fmla="*/ 8117 w 10051"/>
                <a:gd name="connsiteY2-2598" fmla="*/ 2174 h 10379"/>
                <a:gd name="connsiteX3-2599" fmla="*/ 6985 w 10051"/>
                <a:gd name="connsiteY3-2600" fmla="*/ 2826 h 10379"/>
                <a:gd name="connsiteX4-2601" fmla="*/ 5797 w 10051"/>
                <a:gd name="connsiteY4-2602" fmla="*/ 3152 h 10379"/>
                <a:gd name="connsiteX5-2603" fmla="*/ 5686 w 10051"/>
                <a:gd name="connsiteY5-2604" fmla="*/ 3913 h 10379"/>
                <a:gd name="connsiteX6-2605" fmla="*/ 5438 w 10051"/>
                <a:gd name="connsiteY6-2606" fmla="*/ 4457 h 10379"/>
                <a:gd name="connsiteX7-2607" fmla="*/ 5051 w 10051"/>
                <a:gd name="connsiteY7-2608" fmla="*/ 4620 h 10379"/>
                <a:gd name="connsiteX8-2609" fmla="*/ 4692 w 10051"/>
                <a:gd name="connsiteY8-2610" fmla="*/ 4457 h 10379"/>
                <a:gd name="connsiteX9-2611" fmla="*/ 4443 w 10051"/>
                <a:gd name="connsiteY9-2612" fmla="*/ 3913 h 10379"/>
                <a:gd name="connsiteX10-2613" fmla="*/ 4305 w 10051"/>
                <a:gd name="connsiteY10-2614" fmla="*/ 3152 h 10379"/>
                <a:gd name="connsiteX11-2615" fmla="*/ 3145 w 10051"/>
                <a:gd name="connsiteY11-2616" fmla="*/ 2826 h 10379"/>
                <a:gd name="connsiteX12-2617" fmla="*/ 2040 w 10051"/>
                <a:gd name="connsiteY12-2618" fmla="*/ 2174 h 10379"/>
                <a:gd name="connsiteX13-2619" fmla="*/ 1018 w 10051"/>
                <a:gd name="connsiteY13-2620" fmla="*/ 1250 h 10379"/>
                <a:gd name="connsiteX14-2621" fmla="*/ 79 w 10051"/>
                <a:gd name="connsiteY14-2622" fmla="*/ 0 h 10379"/>
                <a:gd name="connsiteX15-2623" fmla="*/ 51 w 10051"/>
                <a:gd name="connsiteY15-2624" fmla="*/ 9511 h 10379"/>
                <a:gd name="connsiteX16-2625" fmla="*/ 300 w 10051"/>
                <a:gd name="connsiteY16-2626" fmla="*/ 10000 h 10379"/>
                <a:gd name="connsiteX17-2627" fmla="*/ 327 w 10051"/>
                <a:gd name="connsiteY17-2628" fmla="*/ 10000 h 10379"/>
                <a:gd name="connsiteX18-2629" fmla="*/ 9775 w 10051"/>
                <a:gd name="connsiteY18-2630" fmla="*/ 10000 h 10379"/>
                <a:gd name="connsiteX19-2631" fmla="*/ 10051 w 10051"/>
                <a:gd name="connsiteY19-2632" fmla="*/ 9457 h 10379"/>
                <a:gd name="connsiteX20-2633" fmla="*/ 10051 w 10051"/>
                <a:gd name="connsiteY20-2634" fmla="*/ 0 h 10379"/>
                <a:gd name="connsiteX0-2635" fmla="*/ 10051 w 10051"/>
                <a:gd name="connsiteY0-2636" fmla="*/ 0 h 10379"/>
                <a:gd name="connsiteX1-2637" fmla="*/ 9139 w 10051"/>
                <a:gd name="connsiteY1-2638" fmla="*/ 1250 h 10379"/>
                <a:gd name="connsiteX2-2639" fmla="*/ 8117 w 10051"/>
                <a:gd name="connsiteY2-2640" fmla="*/ 2174 h 10379"/>
                <a:gd name="connsiteX3-2641" fmla="*/ 6985 w 10051"/>
                <a:gd name="connsiteY3-2642" fmla="*/ 2826 h 10379"/>
                <a:gd name="connsiteX4-2643" fmla="*/ 5797 w 10051"/>
                <a:gd name="connsiteY4-2644" fmla="*/ 3152 h 10379"/>
                <a:gd name="connsiteX5-2645" fmla="*/ 5686 w 10051"/>
                <a:gd name="connsiteY5-2646" fmla="*/ 3913 h 10379"/>
                <a:gd name="connsiteX6-2647" fmla="*/ 5438 w 10051"/>
                <a:gd name="connsiteY6-2648" fmla="*/ 4457 h 10379"/>
                <a:gd name="connsiteX7-2649" fmla="*/ 5051 w 10051"/>
                <a:gd name="connsiteY7-2650" fmla="*/ 4620 h 10379"/>
                <a:gd name="connsiteX8-2651" fmla="*/ 4692 w 10051"/>
                <a:gd name="connsiteY8-2652" fmla="*/ 4457 h 10379"/>
                <a:gd name="connsiteX9-2653" fmla="*/ 4443 w 10051"/>
                <a:gd name="connsiteY9-2654" fmla="*/ 3913 h 10379"/>
                <a:gd name="connsiteX10-2655" fmla="*/ 4305 w 10051"/>
                <a:gd name="connsiteY10-2656" fmla="*/ 3152 h 10379"/>
                <a:gd name="connsiteX11-2657" fmla="*/ 3145 w 10051"/>
                <a:gd name="connsiteY11-2658" fmla="*/ 2826 h 10379"/>
                <a:gd name="connsiteX12-2659" fmla="*/ 2040 w 10051"/>
                <a:gd name="connsiteY12-2660" fmla="*/ 2174 h 10379"/>
                <a:gd name="connsiteX13-2661" fmla="*/ 1018 w 10051"/>
                <a:gd name="connsiteY13-2662" fmla="*/ 1250 h 10379"/>
                <a:gd name="connsiteX14-2663" fmla="*/ 79 w 10051"/>
                <a:gd name="connsiteY14-2664" fmla="*/ 0 h 10379"/>
                <a:gd name="connsiteX15-2665" fmla="*/ 51 w 10051"/>
                <a:gd name="connsiteY15-2666" fmla="*/ 9511 h 10379"/>
                <a:gd name="connsiteX16-2667" fmla="*/ 300 w 10051"/>
                <a:gd name="connsiteY16-2668" fmla="*/ 10000 h 10379"/>
                <a:gd name="connsiteX17-2669" fmla="*/ 327 w 10051"/>
                <a:gd name="connsiteY17-2670" fmla="*/ 10000 h 10379"/>
                <a:gd name="connsiteX18-2671" fmla="*/ 9775 w 10051"/>
                <a:gd name="connsiteY18-2672" fmla="*/ 10000 h 10379"/>
                <a:gd name="connsiteX19-2673" fmla="*/ 10051 w 10051"/>
                <a:gd name="connsiteY19-2674" fmla="*/ 9457 h 10379"/>
                <a:gd name="connsiteX20-2675" fmla="*/ 10051 w 10051"/>
                <a:gd name="connsiteY20-2676" fmla="*/ 0 h 10379"/>
                <a:gd name="connsiteX0-2677" fmla="*/ 10051 w 10052"/>
                <a:gd name="connsiteY0-2678" fmla="*/ 0 h 10379"/>
                <a:gd name="connsiteX1-2679" fmla="*/ 9139 w 10052"/>
                <a:gd name="connsiteY1-2680" fmla="*/ 1250 h 10379"/>
                <a:gd name="connsiteX2-2681" fmla="*/ 8117 w 10052"/>
                <a:gd name="connsiteY2-2682" fmla="*/ 2174 h 10379"/>
                <a:gd name="connsiteX3-2683" fmla="*/ 6985 w 10052"/>
                <a:gd name="connsiteY3-2684" fmla="*/ 2826 h 10379"/>
                <a:gd name="connsiteX4-2685" fmla="*/ 5797 w 10052"/>
                <a:gd name="connsiteY4-2686" fmla="*/ 3152 h 10379"/>
                <a:gd name="connsiteX5-2687" fmla="*/ 5686 w 10052"/>
                <a:gd name="connsiteY5-2688" fmla="*/ 3913 h 10379"/>
                <a:gd name="connsiteX6-2689" fmla="*/ 5438 w 10052"/>
                <a:gd name="connsiteY6-2690" fmla="*/ 4457 h 10379"/>
                <a:gd name="connsiteX7-2691" fmla="*/ 5051 w 10052"/>
                <a:gd name="connsiteY7-2692" fmla="*/ 4620 h 10379"/>
                <a:gd name="connsiteX8-2693" fmla="*/ 4692 w 10052"/>
                <a:gd name="connsiteY8-2694" fmla="*/ 4457 h 10379"/>
                <a:gd name="connsiteX9-2695" fmla="*/ 4443 w 10052"/>
                <a:gd name="connsiteY9-2696" fmla="*/ 3913 h 10379"/>
                <a:gd name="connsiteX10-2697" fmla="*/ 4305 w 10052"/>
                <a:gd name="connsiteY10-2698" fmla="*/ 3152 h 10379"/>
                <a:gd name="connsiteX11-2699" fmla="*/ 3145 w 10052"/>
                <a:gd name="connsiteY11-2700" fmla="*/ 2826 h 10379"/>
                <a:gd name="connsiteX12-2701" fmla="*/ 2040 w 10052"/>
                <a:gd name="connsiteY12-2702" fmla="*/ 2174 h 10379"/>
                <a:gd name="connsiteX13-2703" fmla="*/ 1018 w 10052"/>
                <a:gd name="connsiteY13-2704" fmla="*/ 1250 h 10379"/>
                <a:gd name="connsiteX14-2705" fmla="*/ 79 w 10052"/>
                <a:gd name="connsiteY14-2706" fmla="*/ 0 h 10379"/>
                <a:gd name="connsiteX15-2707" fmla="*/ 51 w 10052"/>
                <a:gd name="connsiteY15-2708" fmla="*/ 9511 h 10379"/>
                <a:gd name="connsiteX16-2709" fmla="*/ 300 w 10052"/>
                <a:gd name="connsiteY16-2710" fmla="*/ 10000 h 10379"/>
                <a:gd name="connsiteX17-2711" fmla="*/ 327 w 10052"/>
                <a:gd name="connsiteY17-2712" fmla="*/ 10000 h 10379"/>
                <a:gd name="connsiteX18-2713" fmla="*/ 9775 w 10052"/>
                <a:gd name="connsiteY18-2714" fmla="*/ 10000 h 10379"/>
                <a:gd name="connsiteX19-2715" fmla="*/ 10051 w 10052"/>
                <a:gd name="connsiteY19-2716" fmla="*/ 9457 h 10379"/>
                <a:gd name="connsiteX20-2717" fmla="*/ 10051 w 10052"/>
                <a:gd name="connsiteY20-2718" fmla="*/ 0 h 10379"/>
                <a:gd name="connsiteX0-2719" fmla="*/ 10051 w 10052"/>
                <a:gd name="connsiteY0-2720" fmla="*/ 0 h 10379"/>
                <a:gd name="connsiteX1-2721" fmla="*/ 9139 w 10052"/>
                <a:gd name="connsiteY1-2722" fmla="*/ 1250 h 10379"/>
                <a:gd name="connsiteX2-2723" fmla="*/ 8117 w 10052"/>
                <a:gd name="connsiteY2-2724" fmla="*/ 2174 h 10379"/>
                <a:gd name="connsiteX3-2725" fmla="*/ 6985 w 10052"/>
                <a:gd name="connsiteY3-2726" fmla="*/ 2826 h 10379"/>
                <a:gd name="connsiteX4-2727" fmla="*/ 5797 w 10052"/>
                <a:gd name="connsiteY4-2728" fmla="*/ 3152 h 10379"/>
                <a:gd name="connsiteX5-2729" fmla="*/ 5686 w 10052"/>
                <a:gd name="connsiteY5-2730" fmla="*/ 3913 h 10379"/>
                <a:gd name="connsiteX6-2731" fmla="*/ 5438 w 10052"/>
                <a:gd name="connsiteY6-2732" fmla="*/ 4457 h 10379"/>
                <a:gd name="connsiteX7-2733" fmla="*/ 5051 w 10052"/>
                <a:gd name="connsiteY7-2734" fmla="*/ 4620 h 10379"/>
                <a:gd name="connsiteX8-2735" fmla="*/ 4692 w 10052"/>
                <a:gd name="connsiteY8-2736" fmla="*/ 4457 h 10379"/>
                <a:gd name="connsiteX9-2737" fmla="*/ 4443 w 10052"/>
                <a:gd name="connsiteY9-2738" fmla="*/ 3913 h 10379"/>
                <a:gd name="connsiteX10-2739" fmla="*/ 4305 w 10052"/>
                <a:gd name="connsiteY10-2740" fmla="*/ 3152 h 10379"/>
                <a:gd name="connsiteX11-2741" fmla="*/ 3145 w 10052"/>
                <a:gd name="connsiteY11-2742" fmla="*/ 2826 h 10379"/>
                <a:gd name="connsiteX12-2743" fmla="*/ 2040 w 10052"/>
                <a:gd name="connsiteY12-2744" fmla="*/ 2174 h 10379"/>
                <a:gd name="connsiteX13-2745" fmla="*/ 1018 w 10052"/>
                <a:gd name="connsiteY13-2746" fmla="*/ 1250 h 10379"/>
                <a:gd name="connsiteX14-2747" fmla="*/ 79 w 10052"/>
                <a:gd name="connsiteY14-2748" fmla="*/ 0 h 10379"/>
                <a:gd name="connsiteX15-2749" fmla="*/ 51 w 10052"/>
                <a:gd name="connsiteY15-2750" fmla="*/ 9511 h 10379"/>
                <a:gd name="connsiteX16-2751" fmla="*/ 300 w 10052"/>
                <a:gd name="connsiteY16-2752" fmla="*/ 10000 h 10379"/>
                <a:gd name="connsiteX17-2753" fmla="*/ 327 w 10052"/>
                <a:gd name="connsiteY17-2754" fmla="*/ 10000 h 10379"/>
                <a:gd name="connsiteX18-2755" fmla="*/ 9775 w 10052"/>
                <a:gd name="connsiteY18-2756" fmla="*/ 10000 h 10379"/>
                <a:gd name="connsiteX19-2757" fmla="*/ 10051 w 10052"/>
                <a:gd name="connsiteY19-2758" fmla="*/ 9457 h 10379"/>
                <a:gd name="connsiteX20-2759" fmla="*/ 10051 w 10052"/>
                <a:gd name="connsiteY20-2760" fmla="*/ 0 h 10379"/>
                <a:gd name="connsiteX0-2761" fmla="*/ 10051 w 10051"/>
                <a:gd name="connsiteY0-2762" fmla="*/ 0 h 10379"/>
                <a:gd name="connsiteX1-2763" fmla="*/ 9139 w 10051"/>
                <a:gd name="connsiteY1-2764" fmla="*/ 1250 h 10379"/>
                <a:gd name="connsiteX2-2765" fmla="*/ 8117 w 10051"/>
                <a:gd name="connsiteY2-2766" fmla="*/ 2174 h 10379"/>
                <a:gd name="connsiteX3-2767" fmla="*/ 6985 w 10051"/>
                <a:gd name="connsiteY3-2768" fmla="*/ 2826 h 10379"/>
                <a:gd name="connsiteX4-2769" fmla="*/ 5797 w 10051"/>
                <a:gd name="connsiteY4-2770" fmla="*/ 3152 h 10379"/>
                <a:gd name="connsiteX5-2771" fmla="*/ 5686 w 10051"/>
                <a:gd name="connsiteY5-2772" fmla="*/ 3913 h 10379"/>
                <a:gd name="connsiteX6-2773" fmla="*/ 5438 w 10051"/>
                <a:gd name="connsiteY6-2774" fmla="*/ 4457 h 10379"/>
                <a:gd name="connsiteX7-2775" fmla="*/ 5051 w 10051"/>
                <a:gd name="connsiteY7-2776" fmla="*/ 4620 h 10379"/>
                <a:gd name="connsiteX8-2777" fmla="*/ 4692 w 10051"/>
                <a:gd name="connsiteY8-2778" fmla="*/ 4457 h 10379"/>
                <a:gd name="connsiteX9-2779" fmla="*/ 4443 w 10051"/>
                <a:gd name="connsiteY9-2780" fmla="*/ 3913 h 10379"/>
                <a:gd name="connsiteX10-2781" fmla="*/ 4305 w 10051"/>
                <a:gd name="connsiteY10-2782" fmla="*/ 3152 h 10379"/>
                <a:gd name="connsiteX11-2783" fmla="*/ 3145 w 10051"/>
                <a:gd name="connsiteY11-2784" fmla="*/ 2826 h 10379"/>
                <a:gd name="connsiteX12-2785" fmla="*/ 2040 w 10051"/>
                <a:gd name="connsiteY12-2786" fmla="*/ 2174 h 10379"/>
                <a:gd name="connsiteX13-2787" fmla="*/ 1018 w 10051"/>
                <a:gd name="connsiteY13-2788" fmla="*/ 1250 h 10379"/>
                <a:gd name="connsiteX14-2789" fmla="*/ 79 w 10051"/>
                <a:gd name="connsiteY14-2790" fmla="*/ 0 h 10379"/>
                <a:gd name="connsiteX15-2791" fmla="*/ 51 w 10051"/>
                <a:gd name="connsiteY15-2792" fmla="*/ 9511 h 10379"/>
                <a:gd name="connsiteX16-2793" fmla="*/ 300 w 10051"/>
                <a:gd name="connsiteY16-2794" fmla="*/ 10000 h 10379"/>
                <a:gd name="connsiteX17-2795" fmla="*/ 327 w 10051"/>
                <a:gd name="connsiteY17-2796" fmla="*/ 10000 h 10379"/>
                <a:gd name="connsiteX18-2797" fmla="*/ 9775 w 10051"/>
                <a:gd name="connsiteY18-2798" fmla="*/ 10000 h 10379"/>
                <a:gd name="connsiteX19-2799" fmla="*/ 10051 w 10051"/>
                <a:gd name="connsiteY19-2800" fmla="*/ 9457 h 10379"/>
                <a:gd name="connsiteX20-2801" fmla="*/ 10051 w 10051"/>
                <a:gd name="connsiteY20-2802" fmla="*/ 0 h 10379"/>
                <a:gd name="connsiteX0-2803" fmla="*/ 10051 w 10051"/>
                <a:gd name="connsiteY0-2804" fmla="*/ 0 h 10379"/>
                <a:gd name="connsiteX1-2805" fmla="*/ 9139 w 10051"/>
                <a:gd name="connsiteY1-2806" fmla="*/ 1250 h 10379"/>
                <a:gd name="connsiteX2-2807" fmla="*/ 8117 w 10051"/>
                <a:gd name="connsiteY2-2808" fmla="*/ 2174 h 10379"/>
                <a:gd name="connsiteX3-2809" fmla="*/ 6985 w 10051"/>
                <a:gd name="connsiteY3-2810" fmla="*/ 2826 h 10379"/>
                <a:gd name="connsiteX4-2811" fmla="*/ 5797 w 10051"/>
                <a:gd name="connsiteY4-2812" fmla="*/ 3152 h 10379"/>
                <a:gd name="connsiteX5-2813" fmla="*/ 5686 w 10051"/>
                <a:gd name="connsiteY5-2814" fmla="*/ 3913 h 10379"/>
                <a:gd name="connsiteX6-2815" fmla="*/ 5438 w 10051"/>
                <a:gd name="connsiteY6-2816" fmla="*/ 4457 h 10379"/>
                <a:gd name="connsiteX7-2817" fmla="*/ 5051 w 10051"/>
                <a:gd name="connsiteY7-2818" fmla="*/ 4620 h 10379"/>
                <a:gd name="connsiteX8-2819" fmla="*/ 4692 w 10051"/>
                <a:gd name="connsiteY8-2820" fmla="*/ 4457 h 10379"/>
                <a:gd name="connsiteX9-2821" fmla="*/ 4443 w 10051"/>
                <a:gd name="connsiteY9-2822" fmla="*/ 3913 h 10379"/>
                <a:gd name="connsiteX10-2823" fmla="*/ 4305 w 10051"/>
                <a:gd name="connsiteY10-2824" fmla="*/ 3152 h 10379"/>
                <a:gd name="connsiteX11-2825" fmla="*/ 3145 w 10051"/>
                <a:gd name="connsiteY11-2826" fmla="*/ 2826 h 10379"/>
                <a:gd name="connsiteX12-2827" fmla="*/ 2040 w 10051"/>
                <a:gd name="connsiteY12-2828" fmla="*/ 2174 h 10379"/>
                <a:gd name="connsiteX13-2829" fmla="*/ 1018 w 10051"/>
                <a:gd name="connsiteY13-2830" fmla="*/ 1250 h 10379"/>
                <a:gd name="connsiteX14-2831" fmla="*/ 79 w 10051"/>
                <a:gd name="connsiteY14-2832" fmla="*/ 0 h 10379"/>
                <a:gd name="connsiteX15-2833" fmla="*/ 51 w 10051"/>
                <a:gd name="connsiteY15-2834" fmla="*/ 9511 h 10379"/>
                <a:gd name="connsiteX16-2835" fmla="*/ 300 w 10051"/>
                <a:gd name="connsiteY16-2836" fmla="*/ 10000 h 10379"/>
                <a:gd name="connsiteX17-2837" fmla="*/ 327 w 10051"/>
                <a:gd name="connsiteY17-2838" fmla="*/ 10000 h 10379"/>
                <a:gd name="connsiteX18-2839" fmla="*/ 9775 w 10051"/>
                <a:gd name="connsiteY18-2840" fmla="*/ 10000 h 10379"/>
                <a:gd name="connsiteX19-2841" fmla="*/ 10051 w 10051"/>
                <a:gd name="connsiteY19-2842" fmla="*/ 9457 h 10379"/>
                <a:gd name="connsiteX20-2843" fmla="*/ 10051 w 10051"/>
                <a:gd name="connsiteY20-2844" fmla="*/ 0 h 10379"/>
                <a:gd name="connsiteX0-2845" fmla="*/ 10051 w 10051"/>
                <a:gd name="connsiteY0-2846" fmla="*/ 0 h 10379"/>
                <a:gd name="connsiteX1-2847" fmla="*/ 9139 w 10051"/>
                <a:gd name="connsiteY1-2848" fmla="*/ 1250 h 10379"/>
                <a:gd name="connsiteX2-2849" fmla="*/ 8117 w 10051"/>
                <a:gd name="connsiteY2-2850" fmla="*/ 2174 h 10379"/>
                <a:gd name="connsiteX3-2851" fmla="*/ 6985 w 10051"/>
                <a:gd name="connsiteY3-2852" fmla="*/ 2826 h 10379"/>
                <a:gd name="connsiteX4-2853" fmla="*/ 5797 w 10051"/>
                <a:gd name="connsiteY4-2854" fmla="*/ 3152 h 10379"/>
                <a:gd name="connsiteX5-2855" fmla="*/ 5686 w 10051"/>
                <a:gd name="connsiteY5-2856" fmla="*/ 3913 h 10379"/>
                <a:gd name="connsiteX6-2857" fmla="*/ 5438 w 10051"/>
                <a:gd name="connsiteY6-2858" fmla="*/ 4457 h 10379"/>
                <a:gd name="connsiteX7-2859" fmla="*/ 5051 w 10051"/>
                <a:gd name="connsiteY7-2860" fmla="*/ 4620 h 10379"/>
                <a:gd name="connsiteX8-2861" fmla="*/ 4692 w 10051"/>
                <a:gd name="connsiteY8-2862" fmla="*/ 4457 h 10379"/>
                <a:gd name="connsiteX9-2863" fmla="*/ 4443 w 10051"/>
                <a:gd name="connsiteY9-2864" fmla="*/ 3913 h 10379"/>
                <a:gd name="connsiteX10-2865" fmla="*/ 4305 w 10051"/>
                <a:gd name="connsiteY10-2866" fmla="*/ 3152 h 10379"/>
                <a:gd name="connsiteX11-2867" fmla="*/ 3145 w 10051"/>
                <a:gd name="connsiteY11-2868" fmla="*/ 2826 h 10379"/>
                <a:gd name="connsiteX12-2869" fmla="*/ 2040 w 10051"/>
                <a:gd name="connsiteY12-2870" fmla="*/ 2174 h 10379"/>
                <a:gd name="connsiteX13-2871" fmla="*/ 1018 w 10051"/>
                <a:gd name="connsiteY13-2872" fmla="*/ 1250 h 10379"/>
                <a:gd name="connsiteX14-2873" fmla="*/ 79 w 10051"/>
                <a:gd name="connsiteY14-2874" fmla="*/ 0 h 10379"/>
                <a:gd name="connsiteX15-2875" fmla="*/ 51 w 10051"/>
                <a:gd name="connsiteY15-2876" fmla="*/ 9511 h 10379"/>
                <a:gd name="connsiteX16-2877" fmla="*/ 300 w 10051"/>
                <a:gd name="connsiteY16-2878" fmla="*/ 10000 h 10379"/>
                <a:gd name="connsiteX17-2879" fmla="*/ 327 w 10051"/>
                <a:gd name="connsiteY17-2880" fmla="*/ 10000 h 10379"/>
                <a:gd name="connsiteX18-2881" fmla="*/ 9775 w 10051"/>
                <a:gd name="connsiteY18-2882" fmla="*/ 10000 h 10379"/>
                <a:gd name="connsiteX19-2883" fmla="*/ 10051 w 10051"/>
                <a:gd name="connsiteY19-2884" fmla="*/ 9457 h 10379"/>
                <a:gd name="connsiteX20-2885" fmla="*/ 10051 w 10051"/>
                <a:gd name="connsiteY20-2886" fmla="*/ 0 h 10379"/>
                <a:gd name="connsiteX0-2887" fmla="*/ 10051 w 10051"/>
                <a:gd name="connsiteY0-2888" fmla="*/ 0 h 10379"/>
                <a:gd name="connsiteX1-2889" fmla="*/ 9139 w 10051"/>
                <a:gd name="connsiteY1-2890" fmla="*/ 1250 h 10379"/>
                <a:gd name="connsiteX2-2891" fmla="*/ 8117 w 10051"/>
                <a:gd name="connsiteY2-2892" fmla="*/ 2174 h 10379"/>
                <a:gd name="connsiteX3-2893" fmla="*/ 6985 w 10051"/>
                <a:gd name="connsiteY3-2894" fmla="*/ 2826 h 10379"/>
                <a:gd name="connsiteX4-2895" fmla="*/ 5797 w 10051"/>
                <a:gd name="connsiteY4-2896" fmla="*/ 3152 h 10379"/>
                <a:gd name="connsiteX5-2897" fmla="*/ 5686 w 10051"/>
                <a:gd name="connsiteY5-2898" fmla="*/ 3913 h 10379"/>
                <a:gd name="connsiteX6-2899" fmla="*/ 5438 w 10051"/>
                <a:gd name="connsiteY6-2900" fmla="*/ 4457 h 10379"/>
                <a:gd name="connsiteX7-2901" fmla="*/ 5051 w 10051"/>
                <a:gd name="connsiteY7-2902" fmla="*/ 4620 h 10379"/>
                <a:gd name="connsiteX8-2903" fmla="*/ 4692 w 10051"/>
                <a:gd name="connsiteY8-2904" fmla="*/ 4457 h 10379"/>
                <a:gd name="connsiteX9-2905" fmla="*/ 4443 w 10051"/>
                <a:gd name="connsiteY9-2906" fmla="*/ 3913 h 10379"/>
                <a:gd name="connsiteX10-2907" fmla="*/ 4305 w 10051"/>
                <a:gd name="connsiteY10-2908" fmla="*/ 3152 h 10379"/>
                <a:gd name="connsiteX11-2909" fmla="*/ 3145 w 10051"/>
                <a:gd name="connsiteY11-2910" fmla="*/ 2826 h 10379"/>
                <a:gd name="connsiteX12-2911" fmla="*/ 2040 w 10051"/>
                <a:gd name="connsiteY12-2912" fmla="*/ 2174 h 10379"/>
                <a:gd name="connsiteX13-2913" fmla="*/ 1018 w 10051"/>
                <a:gd name="connsiteY13-2914" fmla="*/ 1250 h 10379"/>
                <a:gd name="connsiteX14-2915" fmla="*/ 79 w 10051"/>
                <a:gd name="connsiteY14-2916" fmla="*/ 0 h 10379"/>
                <a:gd name="connsiteX15-2917" fmla="*/ 51 w 10051"/>
                <a:gd name="connsiteY15-2918" fmla="*/ 9511 h 10379"/>
                <a:gd name="connsiteX16-2919" fmla="*/ 300 w 10051"/>
                <a:gd name="connsiteY16-2920" fmla="*/ 10000 h 10379"/>
                <a:gd name="connsiteX17-2921" fmla="*/ 327 w 10051"/>
                <a:gd name="connsiteY17-2922" fmla="*/ 10000 h 10379"/>
                <a:gd name="connsiteX18-2923" fmla="*/ 9775 w 10051"/>
                <a:gd name="connsiteY18-2924" fmla="*/ 10000 h 10379"/>
                <a:gd name="connsiteX19-2925" fmla="*/ 10051 w 10051"/>
                <a:gd name="connsiteY19-2926" fmla="*/ 9457 h 10379"/>
                <a:gd name="connsiteX20-2927" fmla="*/ 10051 w 10051"/>
                <a:gd name="connsiteY20-2928" fmla="*/ 0 h 10379"/>
                <a:gd name="connsiteX0-2929" fmla="*/ 10051 w 10051"/>
                <a:gd name="connsiteY0-2930" fmla="*/ 0 h 10379"/>
                <a:gd name="connsiteX1-2931" fmla="*/ 9139 w 10051"/>
                <a:gd name="connsiteY1-2932" fmla="*/ 1250 h 10379"/>
                <a:gd name="connsiteX2-2933" fmla="*/ 8117 w 10051"/>
                <a:gd name="connsiteY2-2934" fmla="*/ 2174 h 10379"/>
                <a:gd name="connsiteX3-2935" fmla="*/ 6985 w 10051"/>
                <a:gd name="connsiteY3-2936" fmla="*/ 2826 h 10379"/>
                <a:gd name="connsiteX4-2937" fmla="*/ 5797 w 10051"/>
                <a:gd name="connsiteY4-2938" fmla="*/ 3152 h 10379"/>
                <a:gd name="connsiteX5-2939" fmla="*/ 5686 w 10051"/>
                <a:gd name="connsiteY5-2940" fmla="*/ 3913 h 10379"/>
                <a:gd name="connsiteX6-2941" fmla="*/ 5438 w 10051"/>
                <a:gd name="connsiteY6-2942" fmla="*/ 4457 h 10379"/>
                <a:gd name="connsiteX7-2943" fmla="*/ 5051 w 10051"/>
                <a:gd name="connsiteY7-2944" fmla="*/ 4620 h 10379"/>
                <a:gd name="connsiteX8-2945" fmla="*/ 4692 w 10051"/>
                <a:gd name="connsiteY8-2946" fmla="*/ 4457 h 10379"/>
                <a:gd name="connsiteX9-2947" fmla="*/ 4443 w 10051"/>
                <a:gd name="connsiteY9-2948" fmla="*/ 3913 h 10379"/>
                <a:gd name="connsiteX10-2949" fmla="*/ 4305 w 10051"/>
                <a:gd name="connsiteY10-2950" fmla="*/ 3152 h 10379"/>
                <a:gd name="connsiteX11-2951" fmla="*/ 3145 w 10051"/>
                <a:gd name="connsiteY11-2952" fmla="*/ 2826 h 10379"/>
                <a:gd name="connsiteX12-2953" fmla="*/ 2040 w 10051"/>
                <a:gd name="connsiteY12-2954" fmla="*/ 2174 h 10379"/>
                <a:gd name="connsiteX13-2955" fmla="*/ 1018 w 10051"/>
                <a:gd name="connsiteY13-2956" fmla="*/ 1250 h 10379"/>
                <a:gd name="connsiteX14-2957" fmla="*/ 79 w 10051"/>
                <a:gd name="connsiteY14-2958" fmla="*/ 0 h 10379"/>
                <a:gd name="connsiteX15-2959" fmla="*/ 51 w 10051"/>
                <a:gd name="connsiteY15-2960" fmla="*/ 9511 h 10379"/>
                <a:gd name="connsiteX16-2961" fmla="*/ 300 w 10051"/>
                <a:gd name="connsiteY16-2962" fmla="*/ 10000 h 10379"/>
                <a:gd name="connsiteX17-2963" fmla="*/ 327 w 10051"/>
                <a:gd name="connsiteY17-2964" fmla="*/ 10000 h 10379"/>
                <a:gd name="connsiteX18-2965" fmla="*/ 9775 w 10051"/>
                <a:gd name="connsiteY18-2966" fmla="*/ 10000 h 10379"/>
                <a:gd name="connsiteX19-2967" fmla="*/ 10051 w 10051"/>
                <a:gd name="connsiteY19-2968" fmla="*/ 9457 h 10379"/>
                <a:gd name="connsiteX20-2969" fmla="*/ 10051 w 10051"/>
                <a:gd name="connsiteY20-2970" fmla="*/ 0 h 10379"/>
                <a:gd name="connsiteX0-2971" fmla="*/ 10051 w 10051"/>
                <a:gd name="connsiteY0-2972" fmla="*/ 0 h 10379"/>
                <a:gd name="connsiteX1-2973" fmla="*/ 9139 w 10051"/>
                <a:gd name="connsiteY1-2974" fmla="*/ 1250 h 10379"/>
                <a:gd name="connsiteX2-2975" fmla="*/ 8117 w 10051"/>
                <a:gd name="connsiteY2-2976" fmla="*/ 2174 h 10379"/>
                <a:gd name="connsiteX3-2977" fmla="*/ 6985 w 10051"/>
                <a:gd name="connsiteY3-2978" fmla="*/ 2826 h 10379"/>
                <a:gd name="connsiteX4-2979" fmla="*/ 5797 w 10051"/>
                <a:gd name="connsiteY4-2980" fmla="*/ 3152 h 10379"/>
                <a:gd name="connsiteX5-2981" fmla="*/ 5686 w 10051"/>
                <a:gd name="connsiteY5-2982" fmla="*/ 3913 h 10379"/>
                <a:gd name="connsiteX6-2983" fmla="*/ 5438 w 10051"/>
                <a:gd name="connsiteY6-2984" fmla="*/ 4457 h 10379"/>
                <a:gd name="connsiteX7-2985" fmla="*/ 5051 w 10051"/>
                <a:gd name="connsiteY7-2986" fmla="*/ 4620 h 10379"/>
                <a:gd name="connsiteX8-2987" fmla="*/ 4692 w 10051"/>
                <a:gd name="connsiteY8-2988" fmla="*/ 4457 h 10379"/>
                <a:gd name="connsiteX9-2989" fmla="*/ 4443 w 10051"/>
                <a:gd name="connsiteY9-2990" fmla="*/ 3913 h 10379"/>
                <a:gd name="connsiteX10-2991" fmla="*/ 4305 w 10051"/>
                <a:gd name="connsiteY10-2992" fmla="*/ 3152 h 10379"/>
                <a:gd name="connsiteX11-2993" fmla="*/ 3145 w 10051"/>
                <a:gd name="connsiteY11-2994" fmla="*/ 2826 h 10379"/>
                <a:gd name="connsiteX12-2995" fmla="*/ 2040 w 10051"/>
                <a:gd name="connsiteY12-2996" fmla="*/ 2174 h 10379"/>
                <a:gd name="connsiteX13-2997" fmla="*/ 1018 w 10051"/>
                <a:gd name="connsiteY13-2998" fmla="*/ 1250 h 10379"/>
                <a:gd name="connsiteX14-2999" fmla="*/ 79 w 10051"/>
                <a:gd name="connsiteY14-3000" fmla="*/ 0 h 10379"/>
                <a:gd name="connsiteX15-3001" fmla="*/ 51 w 10051"/>
                <a:gd name="connsiteY15-3002" fmla="*/ 9511 h 10379"/>
                <a:gd name="connsiteX16-3003" fmla="*/ 300 w 10051"/>
                <a:gd name="connsiteY16-3004" fmla="*/ 10000 h 10379"/>
                <a:gd name="connsiteX17-3005" fmla="*/ 327 w 10051"/>
                <a:gd name="connsiteY17-3006" fmla="*/ 10000 h 10379"/>
                <a:gd name="connsiteX18-3007" fmla="*/ 9775 w 10051"/>
                <a:gd name="connsiteY18-3008" fmla="*/ 10000 h 10379"/>
                <a:gd name="connsiteX19-3009" fmla="*/ 10051 w 10051"/>
                <a:gd name="connsiteY19-3010" fmla="*/ 9457 h 10379"/>
                <a:gd name="connsiteX20-3011" fmla="*/ 10051 w 10051"/>
                <a:gd name="connsiteY20-3012" fmla="*/ 0 h 10379"/>
                <a:gd name="connsiteX0-3013" fmla="*/ 10051 w 10051"/>
                <a:gd name="connsiteY0-3014" fmla="*/ 0 h 10379"/>
                <a:gd name="connsiteX1-3015" fmla="*/ 9139 w 10051"/>
                <a:gd name="connsiteY1-3016" fmla="*/ 1250 h 10379"/>
                <a:gd name="connsiteX2-3017" fmla="*/ 8117 w 10051"/>
                <a:gd name="connsiteY2-3018" fmla="*/ 2174 h 10379"/>
                <a:gd name="connsiteX3-3019" fmla="*/ 6985 w 10051"/>
                <a:gd name="connsiteY3-3020" fmla="*/ 2826 h 10379"/>
                <a:gd name="connsiteX4-3021" fmla="*/ 5797 w 10051"/>
                <a:gd name="connsiteY4-3022" fmla="*/ 3152 h 10379"/>
                <a:gd name="connsiteX5-3023" fmla="*/ 5686 w 10051"/>
                <a:gd name="connsiteY5-3024" fmla="*/ 3913 h 10379"/>
                <a:gd name="connsiteX6-3025" fmla="*/ 5438 w 10051"/>
                <a:gd name="connsiteY6-3026" fmla="*/ 4457 h 10379"/>
                <a:gd name="connsiteX7-3027" fmla="*/ 5051 w 10051"/>
                <a:gd name="connsiteY7-3028" fmla="*/ 4620 h 10379"/>
                <a:gd name="connsiteX8-3029" fmla="*/ 4692 w 10051"/>
                <a:gd name="connsiteY8-3030" fmla="*/ 4457 h 10379"/>
                <a:gd name="connsiteX9-3031" fmla="*/ 4443 w 10051"/>
                <a:gd name="connsiteY9-3032" fmla="*/ 3913 h 10379"/>
                <a:gd name="connsiteX10-3033" fmla="*/ 4305 w 10051"/>
                <a:gd name="connsiteY10-3034" fmla="*/ 3152 h 10379"/>
                <a:gd name="connsiteX11-3035" fmla="*/ 3145 w 10051"/>
                <a:gd name="connsiteY11-3036" fmla="*/ 2826 h 10379"/>
                <a:gd name="connsiteX12-3037" fmla="*/ 2040 w 10051"/>
                <a:gd name="connsiteY12-3038" fmla="*/ 2174 h 10379"/>
                <a:gd name="connsiteX13-3039" fmla="*/ 1018 w 10051"/>
                <a:gd name="connsiteY13-3040" fmla="*/ 1250 h 10379"/>
                <a:gd name="connsiteX14-3041" fmla="*/ 79 w 10051"/>
                <a:gd name="connsiteY14-3042" fmla="*/ 0 h 10379"/>
                <a:gd name="connsiteX15-3043" fmla="*/ 51 w 10051"/>
                <a:gd name="connsiteY15-3044" fmla="*/ 9511 h 10379"/>
                <a:gd name="connsiteX16-3045" fmla="*/ 300 w 10051"/>
                <a:gd name="connsiteY16-3046" fmla="*/ 10000 h 10379"/>
                <a:gd name="connsiteX17-3047" fmla="*/ 327 w 10051"/>
                <a:gd name="connsiteY17-3048" fmla="*/ 10000 h 10379"/>
                <a:gd name="connsiteX18-3049" fmla="*/ 9775 w 10051"/>
                <a:gd name="connsiteY18-3050" fmla="*/ 10000 h 10379"/>
                <a:gd name="connsiteX19-3051" fmla="*/ 10051 w 10051"/>
                <a:gd name="connsiteY19-3052" fmla="*/ 9457 h 10379"/>
                <a:gd name="connsiteX20-3053" fmla="*/ 10051 w 10051"/>
                <a:gd name="connsiteY20-3054" fmla="*/ 0 h 10379"/>
                <a:gd name="connsiteX0-3055" fmla="*/ 10051 w 10051"/>
                <a:gd name="connsiteY0-3056" fmla="*/ 0 h 10379"/>
                <a:gd name="connsiteX1-3057" fmla="*/ 9139 w 10051"/>
                <a:gd name="connsiteY1-3058" fmla="*/ 1250 h 10379"/>
                <a:gd name="connsiteX2-3059" fmla="*/ 8117 w 10051"/>
                <a:gd name="connsiteY2-3060" fmla="*/ 2174 h 10379"/>
                <a:gd name="connsiteX3-3061" fmla="*/ 6985 w 10051"/>
                <a:gd name="connsiteY3-3062" fmla="*/ 2826 h 10379"/>
                <a:gd name="connsiteX4-3063" fmla="*/ 5797 w 10051"/>
                <a:gd name="connsiteY4-3064" fmla="*/ 3152 h 10379"/>
                <a:gd name="connsiteX5-3065" fmla="*/ 5686 w 10051"/>
                <a:gd name="connsiteY5-3066" fmla="*/ 3913 h 10379"/>
                <a:gd name="connsiteX6-3067" fmla="*/ 5438 w 10051"/>
                <a:gd name="connsiteY6-3068" fmla="*/ 4457 h 10379"/>
                <a:gd name="connsiteX7-3069" fmla="*/ 5051 w 10051"/>
                <a:gd name="connsiteY7-3070" fmla="*/ 4620 h 10379"/>
                <a:gd name="connsiteX8-3071" fmla="*/ 4692 w 10051"/>
                <a:gd name="connsiteY8-3072" fmla="*/ 4457 h 10379"/>
                <a:gd name="connsiteX9-3073" fmla="*/ 4443 w 10051"/>
                <a:gd name="connsiteY9-3074" fmla="*/ 3913 h 10379"/>
                <a:gd name="connsiteX10-3075" fmla="*/ 4305 w 10051"/>
                <a:gd name="connsiteY10-3076" fmla="*/ 3152 h 10379"/>
                <a:gd name="connsiteX11-3077" fmla="*/ 3145 w 10051"/>
                <a:gd name="connsiteY11-3078" fmla="*/ 2826 h 10379"/>
                <a:gd name="connsiteX12-3079" fmla="*/ 2040 w 10051"/>
                <a:gd name="connsiteY12-3080" fmla="*/ 2174 h 10379"/>
                <a:gd name="connsiteX13-3081" fmla="*/ 1018 w 10051"/>
                <a:gd name="connsiteY13-3082" fmla="*/ 1250 h 10379"/>
                <a:gd name="connsiteX14-3083" fmla="*/ 79 w 10051"/>
                <a:gd name="connsiteY14-3084" fmla="*/ 0 h 10379"/>
                <a:gd name="connsiteX15-3085" fmla="*/ 51 w 10051"/>
                <a:gd name="connsiteY15-3086" fmla="*/ 9511 h 10379"/>
                <a:gd name="connsiteX16-3087" fmla="*/ 300 w 10051"/>
                <a:gd name="connsiteY16-3088" fmla="*/ 10000 h 10379"/>
                <a:gd name="connsiteX17-3089" fmla="*/ 9775 w 10051"/>
                <a:gd name="connsiteY17-3090" fmla="*/ 10000 h 10379"/>
                <a:gd name="connsiteX18-3091" fmla="*/ 10051 w 10051"/>
                <a:gd name="connsiteY18-3092" fmla="*/ 9457 h 10379"/>
                <a:gd name="connsiteX19-3093" fmla="*/ 10051 w 10051"/>
                <a:gd name="connsiteY19-3094" fmla="*/ 0 h 10379"/>
                <a:gd name="connsiteX0-3095" fmla="*/ 10061 w 10061"/>
                <a:gd name="connsiteY0-3096" fmla="*/ 0 h 10379"/>
                <a:gd name="connsiteX1-3097" fmla="*/ 9149 w 10061"/>
                <a:gd name="connsiteY1-3098" fmla="*/ 1250 h 10379"/>
                <a:gd name="connsiteX2-3099" fmla="*/ 8127 w 10061"/>
                <a:gd name="connsiteY2-3100" fmla="*/ 2174 h 10379"/>
                <a:gd name="connsiteX3-3101" fmla="*/ 6995 w 10061"/>
                <a:gd name="connsiteY3-3102" fmla="*/ 2826 h 10379"/>
                <a:gd name="connsiteX4-3103" fmla="*/ 5807 w 10061"/>
                <a:gd name="connsiteY4-3104" fmla="*/ 3152 h 10379"/>
                <a:gd name="connsiteX5-3105" fmla="*/ 5696 w 10061"/>
                <a:gd name="connsiteY5-3106" fmla="*/ 3913 h 10379"/>
                <a:gd name="connsiteX6-3107" fmla="*/ 5448 w 10061"/>
                <a:gd name="connsiteY6-3108" fmla="*/ 4457 h 10379"/>
                <a:gd name="connsiteX7-3109" fmla="*/ 5061 w 10061"/>
                <a:gd name="connsiteY7-3110" fmla="*/ 4620 h 10379"/>
                <a:gd name="connsiteX8-3111" fmla="*/ 4702 w 10061"/>
                <a:gd name="connsiteY8-3112" fmla="*/ 4457 h 10379"/>
                <a:gd name="connsiteX9-3113" fmla="*/ 4453 w 10061"/>
                <a:gd name="connsiteY9-3114" fmla="*/ 3913 h 10379"/>
                <a:gd name="connsiteX10-3115" fmla="*/ 4315 w 10061"/>
                <a:gd name="connsiteY10-3116" fmla="*/ 3152 h 10379"/>
                <a:gd name="connsiteX11-3117" fmla="*/ 3155 w 10061"/>
                <a:gd name="connsiteY11-3118" fmla="*/ 2826 h 10379"/>
                <a:gd name="connsiteX12-3119" fmla="*/ 2050 w 10061"/>
                <a:gd name="connsiteY12-3120" fmla="*/ 2174 h 10379"/>
                <a:gd name="connsiteX13-3121" fmla="*/ 1028 w 10061"/>
                <a:gd name="connsiteY13-3122" fmla="*/ 1250 h 10379"/>
                <a:gd name="connsiteX14-3123" fmla="*/ 89 w 10061"/>
                <a:gd name="connsiteY14-3124" fmla="*/ 0 h 10379"/>
                <a:gd name="connsiteX15-3125" fmla="*/ 61 w 10061"/>
                <a:gd name="connsiteY15-3126" fmla="*/ 9511 h 10379"/>
                <a:gd name="connsiteX16-3127" fmla="*/ 310 w 10061"/>
                <a:gd name="connsiteY16-3128" fmla="*/ 10000 h 10379"/>
                <a:gd name="connsiteX17-3129" fmla="*/ 9785 w 10061"/>
                <a:gd name="connsiteY17-3130" fmla="*/ 10000 h 10379"/>
                <a:gd name="connsiteX18-3131" fmla="*/ 10061 w 10061"/>
                <a:gd name="connsiteY18-3132" fmla="*/ 9457 h 10379"/>
                <a:gd name="connsiteX19-3133" fmla="*/ 10061 w 10061"/>
                <a:gd name="connsiteY19-3134" fmla="*/ 0 h 10379"/>
                <a:gd name="connsiteX0-3135" fmla="*/ 10061 w 10061"/>
                <a:gd name="connsiteY0-3136" fmla="*/ 0 h 10396"/>
                <a:gd name="connsiteX1-3137" fmla="*/ 9149 w 10061"/>
                <a:gd name="connsiteY1-3138" fmla="*/ 1250 h 10396"/>
                <a:gd name="connsiteX2-3139" fmla="*/ 8127 w 10061"/>
                <a:gd name="connsiteY2-3140" fmla="*/ 2174 h 10396"/>
                <a:gd name="connsiteX3-3141" fmla="*/ 6995 w 10061"/>
                <a:gd name="connsiteY3-3142" fmla="*/ 2826 h 10396"/>
                <a:gd name="connsiteX4-3143" fmla="*/ 5807 w 10061"/>
                <a:gd name="connsiteY4-3144" fmla="*/ 3152 h 10396"/>
                <a:gd name="connsiteX5-3145" fmla="*/ 5696 w 10061"/>
                <a:gd name="connsiteY5-3146" fmla="*/ 3913 h 10396"/>
                <a:gd name="connsiteX6-3147" fmla="*/ 5448 w 10061"/>
                <a:gd name="connsiteY6-3148" fmla="*/ 4457 h 10396"/>
                <a:gd name="connsiteX7-3149" fmla="*/ 5061 w 10061"/>
                <a:gd name="connsiteY7-3150" fmla="*/ 4620 h 10396"/>
                <a:gd name="connsiteX8-3151" fmla="*/ 4702 w 10061"/>
                <a:gd name="connsiteY8-3152" fmla="*/ 4457 h 10396"/>
                <a:gd name="connsiteX9-3153" fmla="*/ 4453 w 10061"/>
                <a:gd name="connsiteY9-3154" fmla="*/ 3913 h 10396"/>
                <a:gd name="connsiteX10-3155" fmla="*/ 4315 w 10061"/>
                <a:gd name="connsiteY10-3156" fmla="*/ 3152 h 10396"/>
                <a:gd name="connsiteX11-3157" fmla="*/ 3155 w 10061"/>
                <a:gd name="connsiteY11-3158" fmla="*/ 2826 h 10396"/>
                <a:gd name="connsiteX12-3159" fmla="*/ 2050 w 10061"/>
                <a:gd name="connsiteY12-3160" fmla="*/ 2174 h 10396"/>
                <a:gd name="connsiteX13-3161" fmla="*/ 1028 w 10061"/>
                <a:gd name="connsiteY13-3162" fmla="*/ 1250 h 10396"/>
                <a:gd name="connsiteX14-3163" fmla="*/ 89 w 10061"/>
                <a:gd name="connsiteY14-3164" fmla="*/ 0 h 10396"/>
                <a:gd name="connsiteX15-3165" fmla="*/ 61 w 10061"/>
                <a:gd name="connsiteY15-3166" fmla="*/ 9511 h 10396"/>
                <a:gd name="connsiteX16-3167" fmla="*/ 310 w 10061"/>
                <a:gd name="connsiteY16-3168" fmla="*/ 10000 h 10396"/>
                <a:gd name="connsiteX17-3169" fmla="*/ 9785 w 10061"/>
                <a:gd name="connsiteY17-3170" fmla="*/ 10000 h 10396"/>
                <a:gd name="connsiteX18-3171" fmla="*/ 10061 w 10061"/>
                <a:gd name="connsiteY18-3172" fmla="*/ 9457 h 10396"/>
                <a:gd name="connsiteX19-3173" fmla="*/ 10061 w 10061"/>
                <a:gd name="connsiteY19-3174" fmla="*/ 0 h 10396"/>
                <a:gd name="connsiteX0-3175" fmla="*/ 10061 w 10061"/>
                <a:gd name="connsiteY0-3176" fmla="*/ 0 h 10396"/>
                <a:gd name="connsiteX1-3177" fmla="*/ 9149 w 10061"/>
                <a:gd name="connsiteY1-3178" fmla="*/ 1250 h 10396"/>
                <a:gd name="connsiteX2-3179" fmla="*/ 8127 w 10061"/>
                <a:gd name="connsiteY2-3180" fmla="*/ 2174 h 10396"/>
                <a:gd name="connsiteX3-3181" fmla="*/ 6995 w 10061"/>
                <a:gd name="connsiteY3-3182" fmla="*/ 2826 h 10396"/>
                <a:gd name="connsiteX4-3183" fmla="*/ 5807 w 10061"/>
                <a:gd name="connsiteY4-3184" fmla="*/ 3152 h 10396"/>
                <a:gd name="connsiteX5-3185" fmla="*/ 5696 w 10061"/>
                <a:gd name="connsiteY5-3186" fmla="*/ 3913 h 10396"/>
                <a:gd name="connsiteX6-3187" fmla="*/ 5448 w 10061"/>
                <a:gd name="connsiteY6-3188" fmla="*/ 4457 h 10396"/>
                <a:gd name="connsiteX7-3189" fmla="*/ 5061 w 10061"/>
                <a:gd name="connsiteY7-3190" fmla="*/ 4620 h 10396"/>
                <a:gd name="connsiteX8-3191" fmla="*/ 4702 w 10061"/>
                <a:gd name="connsiteY8-3192" fmla="*/ 4457 h 10396"/>
                <a:gd name="connsiteX9-3193" fmla="*/ 4453 w 10061"/>
                <a:gd name="connsiteY9-3194" fmla="*/ 3913 h 10396"/>
                <a:gd name="connsiteX10-3195" fmla="*/ 4315 w 10061"/>
                <a:gd name="connsiteY10-3196" fmla="*/ 3152 h 10396"/>
                <a:gd name="connsiteX11-3197" fmla="*/ 3155 w 10061"/>
                <a:gd name="connsiteY11-3198" fmla="*/ 2826 h 10396"/>
                <a:gd name="connsiteX12-3199" fmla="*/ 2050 w 10061"/>
                <a:gd name="connsiteY12-3200" fmla="*/ 2174 h 10396"/>
                <a:gd name="connsiteX13-3201" fmla="*/ 1028 w 10061"/>
                <a:gd name="connsiteY13-3202" fmla="*/ 1250 h 10396"/>
                <a:gd name="connsiteX14-3203" fmla="*/ 89 w 10061"/>
                <a:gd name="connsiteY14-3204" fmla="*/ 0 h 10396"/>
                <a:gd name="connsiteX15-3205" fmla="*/ 61 w 10061"/>
                <a:gd name="connsiteY15-3206" fmla="*/ 9511 h 10396"/>
                <a:gd name="connsiteX16-3207" fmla="*/ 310 w 10061"/>
                <a:gd name="connsiteY16-3208" fmla="*/ 10000 h 10396"/>
                <a:gd name="connsiteX17-3209" fmla="*/ 9785 w 10061"/>
                <a:gd name="connsiteY17-3210" fmla="*/ 10000 h 10396"/>
                <a:gd name="connsiteX18-3211" fmla="*/ 10061 w 10061"/>
                <a:gd name="connsiteY18-3212" fmla="*/ 9457 h 10396"/>
                <a:gd name="connsiteX19-3213" fmla="*/ 10061 w 10061"/>
                <a:gd name="connsiteY19-3214" fmla="*/ 0 h 10396"/>
                <a:gd name="connsiteX0-3215" fmla="*/ 10061 w 10061"/>
                <a:gd name="connsiteY0-3216" fmla="*/ 0 h 10396"/>
                <a:gd name="connsiteX1-3217" fmla="*/ 9149 w 10061"/>
                <a:gd name="connsiteY1-3218" fmla="*/ 1250 h 10396"/>
                <a:gd name="connsiteX2-3219" fmla="*/ 8127 w 10061"/>
                <a:gd name="connsiteY2-3220" fmla="*/ 2174 h 10396"/>
                <a:gd name="connsiteX3-3221" fmla="*/ 6995 w 10061"/>
                <a:gd name="connsiteY3-3222" fmla="*/ 2826 h 10396"/>
                <a:gd name="connsiteX4-3223" fmla="*/ 5807 w 10061"/>
                <a:gd name="connsiteY4-3224" fmla="*/ 3152 h 10396"/>
                <a:gd name="connsiteX5-3225" fmla="*/ 5696 w 10061"/>
                <a:gd name="connsiteY5-3226" fmla="*/ 3913 h 10396"/>
                <a:gd name="connsiteX6-3227" fmla="*/ 5448 w 10061"/>
                <a:gd name="connsiteY6-3228" fmla="*/ 4457 h 10396"/>
                <a:gd name="connsiteX7-3229" fmla="*/ 5061 w 10061"/>
                <a:gd name="connsiteY7-3230" fmla="*/ 4620 h 10396"/>
                <a:gd name="connsiteX8-3231" fmla="*/ 4702 w 10061"/>
                <a:gd name="connsiteY8-3232" fmla="*/ 4457 h 10396"/>
                <a:gd name="connsiteX9-3233" fmla="*/ 4453 w 10061"/>
                <a:gd name="connsiteY9-3234" fmla="*/ 3913 h 10396"/>
                <a:gd name="connsiteX10-3235" fmla="*/ 4315 w 10061"/>
                <a:gd name="connsiteY10-3236" fmla="*/ 3152 h 10396"/>
                <a:gd name="connsiteX11-3237" fmla="*/ 3155 w 10061"/>
                <a:gd name="connsiteY11-3238" fmla="*/ 2826 h 10396"/>
                <a:gd name="connsiteX12-3239" fmla="*/ 2050 w 10061"/>
                <a:gd name="connsiteY12-3240" fmla="*/ 2174 h 10396"/>
                <a:gd name="connsiteX13-3241" fmla="*/ 1028 w 10061"/>
                <a:gd name="connsiteY13-3242" fmla="*/ 1250 h 10396"/>
                <a:gd name="connsiteX14-3243" fmla="*/ 89 w 10061"/>
                <a:gd name="connsiteY14-3244" fmla="*/ 0 h 10396"/>
                <a:gd name="connsiteX15-3245" fmla="*/ 61 w 10061"/>
                <a:gd name="connsiteY15-3246" fmla="*/ 9511 h 10396"/>
                <a:gd name="connsiteX16-3247" fmla="*/ 310 w 10061"/>
                <a:gd name="connsiteY16-3248" fmla="*/ 10000 h 10396"/>
                <a:gd name="connsiteX17-3249" fmla="*/ 9785 w 10061"/>
                <a:gd name="connsiteY17-3250" fmla="*/ 10000 h 10396"/>
                <a:gd name="connsiteX18-3251" fmla="*/ 10061 w 10061"/>
                <a:gd name="connsiteY18-3252" fmla="*/ 9457 h 10396"/>
                <a:gd name="connsiteX19-3253" fmla="*/ 10061 w 10061"/>
                <a:gd name="connsiteY19-3254" fmla="*/ 0 h 10396"/>
                <a:gd name="connsiteX0-3255" fmla="*/ 10061 w 10061"/>
                <a:gd name="connsiteY0-3256" fmla="*/ 0 h 10431"/>
                <a:gd name="connsiteX1-3257" fmla="*/ 9149 w 10061"/>
                <a:gd name="connsiteY1-3258" fmla="*/ 1250 h 10431"/>
                <a:gd name="connsiteX2-3259" fmla="*/ 8127 w 10061"/>
                <a:gd name="connsiteY2-3260" fmla="*/ 2174 h 10431"/>
                <a:gd name="connsiteX3-3261" fmla="*/ 6995 w 10061"/>
                <a:gd name="connsiteY3-3262" fmla="*/ 2826 h 10431"/>
                <a:gd name="connsiteX4-3263" fmla="*/ 5807 w 10061"/>
                <a:gd name="connsiteY4-3264" fmla="*/ 3152 h 10431"/>
                <a:gd name="connsiteX5-3265" fmla="*/ 5696 w 10061"/>
                <a:gd name="connsiteY5-3266" fmla="*/ 3913 h 10431"/>
                <a:gd name="connsiteX6-3267" fmla="*/ 5448 w 10061"/>
                <a:gd name="connsiteY6-3268" fmla="*/ 4457 h 10431"/>
                <a:gd name="connsiteX7-3269" fmla="*/ 5061 w 10061"/>
                <a:gd name="connsiteY7-3270" fmla="*/ 4620 h 10431"/>
                <a:gd name="connsiteX8-3271" fmla="*/ 4702 w 10061"/>
                <a:gd name="connsiteY8-3272" fmla="*/ 4457 h 10431"/>
                <a:gd name="connsiteX9-3273" fmla="*/ 4453 w 10061"/>
                <a:gd name="connsiteY9-3274" fmla="*/ 3913 h 10431"/>
                <a:gd name="connsiteX10-3275" fmla="*/ 4315 w 10061"/>
                <a:gd name="connsiteY10-3276" fmla="*/ 3152 h 10431"/>
                <a:gd name="connsiteX11-3277" fmla="*/ 3155 w 10061"/>
                <a:gd name="connsiteY11-3278" fmla="*/ 2826 h 10431"/>
                <a:gd name="connsiteX12-3279" fmla="*/ 2050 w 10061"/>
                <a:gd name="connsiteY12-3280" fmla="*/ 2174 h 10431"/>
                <a:gd name="connsiteX13-3281" fmla="*/ 1028 w 10061"/>
                <a:gd name="connsiteY13-3282" fmla="*/ 1250 h 10431"/>
                <a:gd name="connsiteX14-3283" fmla="*/ 89 w 10061"/>
                <a:gd name="connsiteY14-3284" fmla="*/ 0 h 10431"/>
                <a:gd name="connsiteX15-3285" fmla="*/ 61 w 10061"/>
                <a:gd name="connsiteY15-3286" fmla="*/ 9511 h 10431"/>
                <a:gd name="connsiteX16-3287" fmla="*/ 310 w 10061"/>
                <a:gd name="connsiteY16-3288" fmla="*/ 10000 h 10431"/>
                <a:gd name="connsiteX17-3289" fmla="*/ 9785 w 10061"/>
                <a:gd name="connsiteY17-3290" fmla="*/ 10000 h 10431"/>
                <a:gd name="connsiteX18-3291" fmla="*/ 10061 w 10061"/>
                <a:gd name="connsiteY18-3292" fmla="*/ 9457 h 10431"/>
                <a:gd name="connsiteX19-3293" fmla="*/ 10061 w 10061"/>
                <a:gd name="connsiteY19-3294" fmla="*/ 0 h 10431"/>
                <a:gd name="connsiteX0-3295" fmla="*/ 10061 w 10061"/>
                <a:gd name="connsiteY0-3296" fmla="*/ 0 h 10045"/>
                <a:gd name="connsiteX1-3297" fmla="*/ 9149 w 10061"/>
                <a:gd name="connsiteY1-3298" fmla="*/ 1250 h 10045"/>
                <a:gd name="connsiteX2-3299" fmla="*/ 8127 w 10061"/>
                <a:gd name="connsiteY2-3300" fmla="*/ 2174 h 10045"/>
                <a:gd name="connsiteX3-3301" fmla="*/ 6995 w 10061"/>
                <a:gd name="connsiteY3-3302" fmla="*/ 2826 h 10045"/>
                <a:gd name="connsiteX4-3303" fmla="*/ 5807 w 10061"/>
                <a:gd name="connsiteY4-3304" fmla="*/ 3152 h 10045"/>
                <a:gd name="connsiteX5-3305" fmla="*/ 5696 w 10061"/>
                <a:gd name="connsiteY5-3306" fmla="*/ 3913 h 10045"/>
                <a:gd name="connsiteX6-3307" fmla="*/ 5448 w 10061"/>
                <a:gd name="connsiteY6-3308" fmla="*/ 4457 h 10045"/>
                <a:gd name="connsiteX7-3309" fmla="*/ 5061 w 10061"/>
                <a:gd name="connsiteY7-3310" fmla="*/ 4620 h 10045"/>
                <a:gd name="connsiteX8-3311" fmla="*/ 4702 w 10061"/>
                <a:gd name="connsiteY8-3312" fmla="*/ 4457 h 10045"/>
                <a:gd name="connsiteX9-3313" fmla="*/ 4453 w 10061"/>
                <a:gd name="connsiteY9-3314" fmla="*/ 3913 h 10045"/>
                <a:gd name="connsiteX10-3315" fmla="*/ 4315 w 10061"/>
                <a:gd name="connsiteY10-3316" fmla="*/ 3152 h 10045"/>
                <a:gd name="connsiteX11-3317" fmla="*/ 3155 w 10061"/>
                <a:gd name="connsiteY11-3318" fmla="*/ 2826 h 10045"/>
                <a:gd name="connsiteX12-3319" fmla="*/ 2050 w 10061"/>
                <a:gd name="connsiteY12-3320" fmla="*/ 2174 h 10045"/>
                <a:gd name="connsiteX13-3321" fmla="*/ 1028 w 10061"/>
                <a:gd name="connsiteY13-3322" fmla="*/ 1250 h 10045"/>
                <a:gd name="connsiteX14-3323" fmla="*/ 89 w 10061"/>
                <a:gd name="connsiteY14-3324" fmla="*/ 0 h 10045"/>
                <a:gd name="connsiteX15-3325" fmla="*/ 61 w 10061"/>
                <a:gd name="connsiteY15-3326" fmla="*/ 9511 h 10045"/>
                <a:gd name="connsiteX16-3327" fmla="*/ 310 w 10061"/>
                <a:gd name="connsiteY16-3328" fmla="*/ 10000 h 10045"/>
                <a:gd name="connsiteX17-3329" fmla="*/ 9785 w 10061"/>
                <a:gd name="connsiteY17-3330" fmla="*/ 10000 h 10045"/>
                <a:gd name="connsiteX18-3331" fmla="*/ 10061 w 10061"/>
                <a:gd name="connsiteY18-3332" fmla="*/ 9457 h 10045"/>
                <a:gd name="connsiteX19-3333" fmla="*/ 10061 w 10061"/>
                <a:gd name="connsiteY19-3334" fmla="*/ 0 h 10045"/>
                <a:gd name="connsiteX0-3335" fmla="*/ 10061 w 10061"/>
                <a:gd name="connsiteY0-3336" fmla="*/ 0 h 10012"/>
                <a:gd name="connsiteX1-3337" fmla="*/ 9149 w 10061"/>
                <a:gd name="connsiteY1-3338" fmla="*/ 1250 h 10012"/>
                <a:gd name="connsiteX2-3339" fmla="*/ 8127 w 10061"/>
                <a:gd name="connsiteY2-3340" fmla="*/ 2174 h 10012"/>
                <a:gd name="connsiteX3-3341" fmla="*/ 6995 w 10061"/>
                <a:gd name="connsiteY3-3342" fmla="*/ 2826 h 10012"/>
                <a:gd name="connsiteX4-3343" fmla="*/ 5807 w 10061"/>
                <a:gd name="connsiteY4-3344" fmla="*/ 3152 h 10012"/>
                <a:gd name="connsiteX5-3345" fmla="*/ 5696 w 10061"/>
                <a:gd name="connsiteY5-3346" fmla="*/ 3913 h 10012"/>
                <a:gd name="connsiteX6-3347" fmla="*/ 5448 w 10061"/>
                <a:gd name="connsiteY6-3348" fmla="*/ 4457 h 10012"/>
                <a:gd name="connsiteX7-3349" fmla="*/ 5061 w 10061"/>
                <a:gd name="connsiteY7-3350" fmla="*/ 4620 h 10012"/>
                <a:gd name="connsiteX8-3351" fmla="*/ 4702 w 10061"/>
                <a:gd name="connsiteY8-3352" fmla="*/ 4457 h 10012"/>
                <a:gd name="connsiteX9-3353" fmla="*/ 4453 w 10061"/>
                <a:gd name="connsiteY9-3354" fmla="*/ 3913 h 10012"/>
                <a:gd name="connsiteX10-3355" fmla="*/ 4315 w 10061"/>
                <a:gd name="connsiteY10-3356" fmla="*/ 3152 h 10012"/>
                <a:gd name="connsiteX11-3357" fmla="*/ 3155 w 10061"/>
                <a:gd name="connsiteY11-3358" fmla="*/ 2826 h 10012"/>
                <a:gd name="connsiteX12-3359" fmla="*/ 2050 w 10061"/>
                <a:gd name="connsiteY12-3360" fmla="*/ 2174 h 10012"/>
                <a:gd name="connsiteX13-3361" fmla="*/ 1028 w 10061"/>
                <a:gd name="connsiteY13-3362" fmla="*/ 1250 h 10012"/>
                <a:gd name="connsiteX14-3363" fmla="*/ 89 w 10061"/>
                <a:gd name="connsiteY14-3364" fmla="*/ 0 h 10012"/>
                <a:gd name="connsiteX15-3365" fmla="*/ 61 w 10061"/>
                <a:gd name="connsiteY15-3366" fmla="*/ 9511 h 10012"/>
                <a:gd name="connsiteX16-3367" fmla="*/ 310 w 10061"/>
                <a:gd name="connsiteY16-3368" fmla="*/ 10000 h 10012"/>
                <a:gd name="connsiteX17-3369" fmla="*/ 9785 w 10061"/>
                <a:gd name="connsiteY17-3370" fmla="*/ 10000 h 10012"/>
                <a:gd name="connsiteX18-3371" fmla="*/ 10061 w 10061"/>
                <a:gd name="connsiteY18-3372" fmla="*/ 9457 h 10012"/>
                <a:gd name="connsiteX19-3373" fmla="*/ 10061 w 10061"/>
                <a:gd name="connsiteY19-3374" fmla="*/ 0 h 10012"/>
                <a:gd name="connsiteX0-3375" fmla="*/ 10061 w 10061"/>
                <a:gd name="connsiteY0-3376" fmla="*/ 0 h 10000"/>
                <a:gd name="connsiteX1-3377" fmla="*/ 9149 w 10061"/>
                <a:gd name="connsiteY1-3378" fmla="*/ 1250 h 10000"/>
                <a:gd name="connsiteX2-3379" fmla="*/ 8127 w 10061"/>
                <a:gd name="connsiteY2-3380" fmla="*/ 2174 h 10000"/>
                <a:gd name="connsiteX3-3381" fmla="*/ 6995 w 10061"/>
                <a:gd name="connsiteY3-3382" fmla="*/ 2826 h 10000"/>
                <a:gd name="connsiteX4-3383" fmla="*/ 5807 w 10061"/>
                <a:gd name="connsiteY4-3384" fmla="*/ 3152 h 10000"/>
                <a:gd name="connsiteX5-3385" fmla="*/ 5696 w 10061"/>
                <a:gd name="connsiteY5-3386" fmla="*/ 3913 h 10000"/>
                <a:gd name="connsiteX6-3387" fmla="*/ 5448 w 10061"/>
                <a:gd name="connsiteY6-3388" fmla="*/ 4457 h 10000"/>
                <a:gd name="connsiteX7-3389" fmla="*/ 5061 w 10061"/>
                <a:gd name="connsiteY7-3390" fmla="*/ 4620 h 10000"/>
                <a:gd name="connsiteX8-3391" fmla="*/ 4702 w 10061"/>
                <a:gd name="connsiteY8-3392" fmla="*/ 4457 h 10000"/>
                <a:gd name="connsiteX9-3393" fmla="*/ 4453 w 10061"/>
                <a:gd name="connsiteY9-3394" fmla="*/ 3913 h 10000"/>
                <a:gd name="connsiteX10-3395" fmla="*/ 4315 w 10061"/>
                <a:gd name="connsiteY10-3396" fmla="*/ 3152 h 10000"/>
                <a:gd name="connsiteX11-3397" fmla="*/ 3155 w 10061"/>
                <a:gd name="connsiteY11-3398" fmla="*/ 2826 h 10000"/>
                <a:gd name="connsiteX12-3399" fmla="*/ 2050 w 10061"/>
                <a:gd name="connsiteY12-3400" fmla="*/ 2174 h 10000"/>
                <a:gd name="connsiteX13-3401" fmla="*/ 1028 w 10061"/>
                <a:gd name="connsiteY13-3402" fmla="*/ 1250 h 10000"/>
                <a:gd name="connsiteX14-3403" fmla="*/ 89 w 10061"/>
                <a:gd name="connsiteY14-3404" fmla="*/ 0 h 10000"/>
                <a:gd name="connsiteX15-3405" fmla="*/ 61 w 10061"/>
                <a:gd name="connsiteY15-3406" fmla="*/ 9511 h 10000"/>
                <a:gd name="connsiteX16-3407" fmla="*/ 310 w 10061"/>
                <a:gd name="connsiteY16-3408" fmla="*/ 10000 h 10000"/>
                <a:gd name="connsiteX17-3409" fmla="*/ 9785 w 10061"/>
                <a:gd name="connsiteY17-3410" fmla="*/ 10000 h 10000"/>
                <a:gd name="connsiteX18-3411" fmla="*/ 10061 w 10061"/>
                <a:gd name="connsiteY18-3412" fmla="*/ 9457 h 10000"/>
                <a:gd name="connsiteX19-3413" fmla="*/ 10061 w 10061"/>
                <a:gd name="connsiteY19-3414" fmla="*/ 0 h 10000"/>
                <a:gd name="connsiteX0-3415" fmla="*/ 10085 w 10085"/>
                <a:gd name="connsiteY0-3416" fmla="*/ 0 h 10000"/>
                <a:gd name="connsiteX1-3417" fmla="*/ 9173 w 10085"/>
                <a:gd name="connsiteY1-3418" fmla="*/ 1250 h 10000"/>
                <a:gd name="connsiteX2-3419" fmla="*/ 8151 w 10085"/>
                <a:gd name="connsiteY2-3420" fmla="*/ 2174 h 10000"/>
                <a:gd name="connsiteX3-3421" fmla="*/ 7019 w 10085"/>
                <a:gd name="connsiteY3-3422" fmla="*/ 2826 h 10000"/>
                <a:gd name="connsiteX4-3423" fmla="*/ 5831 w 10085"/>
                <a:gd name="connsiteY4-3424" fmla="*/ 3152 h 10000"/>
                <a:gd name="connsiteX5-3425" fmla="*/ 5720 w 10085"/>
                <a:gd name="connsiteY5-3426" fmla="*/ 3913 h 10000"/>
                <a:gd name="connsiteX6-3427" fmla="*/ 5472 w 10085"/>
                <a:gd name="connsiteY6-3428" fmla="*/ 4457 h 10000"/>
                <a:gd name="connsiteX7-3429" fmla="*/ 5085 w 10085"/>
                <a:gd name="connsiteY7-3430" fmla="*/ 4620 h 10000"/>
                <a:gd name="connsiteX8-3431" fmla="*/ 4726 w 10085"/>
                <a:gd name="connsiteY8-3432" fmla="*/ 4457 h 10000"/>
                <a:gd name="connsiteX9-3433" fmla="*/ 4477 w 10085"/>
                <a:gd name="connsiteY9-3434" fmla="*/ 3913 h 10000"/>
                <a:gd name="connsiteX10-3435" fmla="*/ 4339 w 10085"/>
                <a:gd name="connsiteY10-3436" fmla="*/ 3152 h 10000"/>
                <a:gd name="connsiteX11-3437" fmla="*/ 3179 w 10085"/>
                <a:gd name="connsiteY11-3438" fmla="*/ 2826 h 10000"/>
                <a:gd name="connsiteX12-3439" fmla="*/ 2074 w 10085"/>
                <a:gd name="connsiteY12-3440" fmla="*/ 2174 h 10000"/>
                <a:gd name="connsiteX13-3441" fmla="*/ 1052 w 10085"/>
                <a:gd name="connsiteY13-3442" fmla="*/ 1250 h 10000"/>
                <a:gd name="connsiteX14-3443" fmla="*/ 77 w 10085"/>
                <a:gd name="connsiteY14-3444" fmla="*/ 70 h 10000"/>
                <a:gd name="connsiteX15-3445" fmla="*/ 85 w 10085"/>
                <a:gd name="connsiteY15-3446" fmla="*/ 9511 h 10000"/>
                <a:gd name="connsiteX16-3447" fmla="*/ 334 w 10085"/>
                <a:gd name="connsiteY16-3448" fmla="*/ 10000 h 10000"/>
                <a:gd name="connsiteX17-3449" fmla="*/ 9809 w 10085"/>
                <a:gd name="connsiteY17-3450" fmla="*/ 10000 h 10000"/>
                <a:gd name="connsiteX18-3451" fmla="*/ 10085 w 10085"/>
                <a:gd name="connsiteY18-3452" fmla="*/ 9457 h 10000"/>
                <a:gd name="connsiteX19-3453" fmla="*/ 10085 w 10085"/>
                <a:gd name="connsiteY19-3454" fmla="*/ 0 h 10000"/>
                <a:gd name="connsiteX0-3455" fmla="*/ 10039 w 10039"/>
                <a:gd name="connsiteY0-3456" fmla="*/ 0 h 10000"/>
                <a:gd name="connsiteX1-3457" fmla="*/ 9127 w 10039"/>
                <a:gd name="connsiteY1-3458" fmla="*/ 1250 h 10000"/>
                <a:gd name="connsiteX2-3459" fmla="*/ 8105 w 10039"/>
                <a:gd name="connsiteY2-3460" fmla="*/ 2174 h 10000"/>
                <a:gd name="connsiteX3-3461" fmla="*/ 6973 w 10039"/>
                <a:gd name="connsiteY3-3462" fmla="*/ 2826 h 10000"/>
                <a:gd name="connsiteX4-3463" fmla="*/ 5785 w 10039"/>
                <a:gd name="connsiteY4-3464" fmla="*/ 3152 h 10000"/>
                <a:gd name="connsiteX5-3465" fmla="*/ 5674 w 10039"/>
                <a:gd name="connsiteY5-3466" fmla="*/ 3913 h 10000"/>
                <a:gd name="connsiteX6-3467" fmla="*/ 5426 w 10039"/>
                <a:gd name="connsiteY6-3468" fmla="*/ 4457 h 10000"/>
                <a:gd name="connsiteX7-3469" fmla="*/ 5039 w 10039"/>
                <a:gd name="connsiteY7-3470" fmla="*/ 4620 h 10000"/>
                <a:gd name="connsiteX8-3471" fmla="*/ 4680 w 10039"/>
                <a:gd name="connsiteY8-3472" fmla="*/ 4457 h 10000"/>
                <a:gd name="connsiteX9-3473" fmla="*/ 4431 w 10039"/>
                <a:gd name="connsiteY9-3474" fmla="*/ 3913 h 10000"/>
                <a:gd name="connsiteX10-3475" fmla="*/ 4293 w 10039"/>
                <a:gd name="connsiteY10-3476" fmla="*/ 3152 h 10000"/>
                <a:gd name="connsiteX11-3477" fmla="*/ 3133 w 10039"/>
                <a:gd name="connsiteY11-3478" fmla="*/ 2826 h 10000"/>
                <a:gd name="connsiteX12-3479" fmla="*/ 2028 w 10039"/>
                <a:gd name="connsiteY12-3480" fmla="*/ 2174 h 10000"/>
                <a:gd name="connsiteX13-3481" fmla="*/ 1006 w 10039"/>
                <a:gd name="connsiteY13-3482" fmla="*/ 1250 h 10000"/>
                <a:gd name="connsiteX14-3483" fmla="*/ 31 w 10039"/>
                <a:gd name="connsiteY14-3484" fmla="*/ 70 h 10000"/>
                <a:gd name="connsiteX15-3485" fmla="*/ 39 w 10039"/>
                <a:gd name="connsiteY15-3486" fmla="*/ 9511 h 10000"/>
                <a:gd name="connsiteX16-3487" fmla="*/ 288 w 10039"/>
                <a:gd name="connsiteY16-3488" fmla="*/ 10000 h 10000"/>
                <a:gd name="connsiteX17-3489" fmla="*/ 9763 w 10039"/>
                <a:gd name="connsiteY17-3490" fmla="*/ 10000 h 10000"/>
                <a:gd name="connsiteX18-3491" fmla="*/ 10039 w 10039"/>
                <a:gd name="connsiteY18-3492" fmla="*/ 9457 h 10000"/>
                <a:gd name="connsiteX19-3493" fmla="*/ 10039 w 10039"/>
                <a:gd name="connsiteY19-3494" fmla="*/ 0 h 10000"/>
                <a:gd name="connsiteX0-3495" fmla="*/ 10039 w 10039"/>
                <a:gd name="connsiteY0-3496" fmla="*/ 0 h 10000"/>
                <a:gd name="connsiteX1-3497" fmla="*/ 9127 w 10039"/>
                <a:gd name="connsiteY1-3498" fmla="*/ 1250 h 10000"/>
                <a:gd name="connsiteX2-3499" fmla="*/ 8105 w 10039"/>
                <a:gd name="connsiteY2-3500" fmla="*/ 2174 h 10000"/>
                <a:gd name="connsiteX3-3501" fmla="*/ 6973 w 10039"/>
                <a:gd name="connsiteY3-3502" fmla="*/ 2826 h 10000"/>
                <a:gd name="connsiteX4-3503" fmla="*/ 5785 w 10039"/>
                <a:gd name="connsiteY4-3504" fmla="*/ 3152 h 10000"/>
                <a:gd name="connsiteX5-3505" fmla="*/ 5674 w 10039"/>
                <a:gd name="connsiteY5-3506" fmla="*/ 3913 h 10000"/>
                <a:gd name="connsiteX6-3507" fmla="*/ 5426 w 10039"/>
                <a:gd name="connsiteY6-3508" fmla="*/ 4457 h 10000"/>
                <a:gd name="connsiteX7-3509" fmla="*/ 5039 w 10039"/>
                <a:gd name="connsiteY7-3510" fmla="*/ 4620 h 10000"/>
                <a:gd name="connsiteX8-3511" fmla="*/ 4680 w 10039"/>
                <a:gd name="connsiteY8-3512" fmla="*/ 4457 h 10000"/>
                <a:gd name="connsiteX9-3513" fmla="*/ 4431 w 10039"/>
                <a:gd name="connsiteY9-3514" fmla="*/ 3913 h 10000"/>
                <a:gd name="connsiteX10-3515" fmla="*/ 4293 w 10039"/>
                <a:gd name="connsiteY10-3516" fmla="*/ 3152 h 10000"/>
                <a:gd name="connsiteX11-3517" fmla="*/ 3133 w 10039"/>
                <a:gd name="connsiteY11-3518" fmla="*/ 2826 h 10000"/>
                <a:gd name="connsiteX12-3519" fmla="*/ 2028 w 10039"/>
                <a:gd name="connsiteY12-3520" fmla="*/ 2174 h 10000"/>
                <a:gd name="connsiteX13-3521" fmla="*/ 1006 w 10039"/>
                <a:gd name="connsiteY13-3522" fmla="*/ 1250 h 10000"/>
                <a:gd name="connsiteX14-3523" fmla="*/ 31 w 10039"/>
                <a:gd name="connsiteY14-3524" fmla="*/ 70 h 10000"/>
                <a:gd name="connsiteX15-3525" fmla="*/ 39 w 10039"/>
                <a:gd name="connsiteY15-3526" fmla="*/ 9511 h 10000"/>
                <a:gd name="connsiteX16-3527" fmla="*/ 288 w 10039"/>
                <a:gd name="connsiteY16-3528" fmla="*/ 10000 h 10000"/>
                <a:gd name="connsiteX17-3529" fmla="*/ 9763 w 10039"/>
                <a:gd name="connsiteY17-3530" fmla="*/ 10000 h 10000"/>
                <a:gd name="connsiteX18-3531" fmla="*/ 10039 w 10039"/>
                <a:gd name="connsiteY18-3532" fmla="*/ 9457 h 10000"/>
                <a:gd name="connsiteX19-3533" fmla="*/ 10039 w 10039"/>
                <a:gd name="connsiteY19-3534" fmla="*/ 0 h 10000"/>
                <a:gd name="connsiteX0-3535" fmla="*/ 10027 w 10027"/>
                <a:gd name="connsiteY0-3536" fmla="*/ 0 h 10000"/>
                <a:gd name="connsiteX1-3537" fmla="*/ 9115 w 10027"/>
                <a:gd name="connsiteY1-3538" fmla="*/ 1250 h 10000"/>
                <a:gd name="connsiteX2-3539" fmla="*/ 8093 w 10027"/>
                <a:gd name="connsiteY2-3540" fmla="*/ 2174 h 10000"/>
                <a:gd name="connsiteX3-3541" fmla="*/ 6961 w 10027"/>
                <a:gd name="connsiteY3-3542" fmla="*/ 2826 h 10000"/>
                <a:gd name="connsiteX4-3543" fmla="*/ 5773 w 10027"/>
                <a:gd name="connsiteY4-3544" fmla="*/ 3152 h 10000"/>
                <a:gd name="connsiteX5-3545" fmla="*/ 5662 w 10027"/>
                <a:gd name="connsiteY5-3546" fmla="*/ 3913 h 10000"/>
                <a:gd name="connsiteX6-3547" fmla="*/ 5414 w 10027"/>
                <a:gd name="connsiteY6-3548" fmla="*/ 4457 h 10000"/>
                <a:gd name="connsiteX7-3549" fmla="*/ 5027 w 10027"/>
                <a:gd name="connsiteY7-3550" fmla="*/ 4620 h 10000"/>
                <a:gd name="connsiteX8-3551" fmla="*/ 4668 w 10027"/>
                <a:gd name="connsiteY8-3552" fmla="*/ 4457 h 10000"/>
                <a:gd name="connsiteX9-3553" fmla="*/ 4419 w 10027"/>
                <a:gd name="connsiteY9-3554" fmla="*/ 3913 h 10000"/>
                <a:gd name="connsiteX10-3555" fmla="*/ 4281 w 10027"/>
                <a:gd name="connsiteY10-3556" fmla="*/ 3152 h 10000"/>
                <a:gd name="connsiteX11-3557" fmla="*/ 3121 w 10027"/>
                <a:gd name="connsiteY11-3558" fmla="*/ 2826 h 10000"/>
                <a:gd name="connsiteX12-3559" fmla="*/ 2016 w 10027"/>
                <a:gd name="connsiteY12-3560" fmla="*/ 2174 h 10000"/>
                <a:gd name="connsiteX13-3561" fmla="*/ 994 w 10027"/>
                <a:gd name="connsiteY13-3562" fmla="*/ 1250 h 10000"/>
                <a:gd name="connsiteX14-3563" fmla="*/ 19 w 10027"/>
                <a:gd name="connsiteY14-3564" fmla="*/ 70 h 10000"/>
                <a:gd name="connsiteX15-3565" fmla="*/ 27 w 10027"/>
                <a:gd name="connsiteY15-3566" fmla="*/ 9511 h 10000"/>
                <a:gd name="connsiteX16-3567" fmla="*/ 276 w 10027"/>
                <a:gd name="connsiteY16-3568" fmla="*/ 10000 h 10000"/>
                <a:gd name="connsiteX17-3569" fmla="*/ 9751 w 10027"/>
                <a:gd name="connsiteY17-3570" fmla="*/ 10000 h 10000"/>
                <a:gd name="connsiteX18-3571" fmla="*/ 10027 w 10027"/>
                <a:gd name="connsiteY18-3572" fmla="*/ 9457 h 10000"/>
                <a:gd name="connsiteX19-3573" fmla="*/ 10027 w 10027"/>
                <a:gd name="connsiteY19-3574" fmla="*/ 0 h 10000"/>
                <a:gd name="connsiteX0-3575" fmla="*/ 10025 w 10025"/>
                <a:gd name="connsiteY0-3576" fmla="*/ 0 h 10000"/>
                <a:gd name="connsiteX1-3577" fmla="*/ 9113 w 10025"/>
                <a:gd name="connsiteY1-3578" fmla="*/ 1250 h 10000"/>
                <a:gd name="connsiteX2-3579" fmla="*/ 8091 w 10025"/>
                <a:gd name="connsiteY2-3580" fmla="*/ 2174 h 10000"/>
                <a:gd name="connsiteX3-3581" fmla="*/ 6959 w 10025"/>
                <a:gd name="connsiteY3-3582" fmla="*/ 2826 h 10000"/>
                <a:gd name="connsiteX4-3583" fmla="*/ 5771 w 10025"/>
                <a:gd name="connsiteY4-3584" fmla="*/ 3152 h 10000"/>
                <a:gd name="connsiteX5-3585" fmla="*/ 5660 w 10025"/>
                <a:gd name="connsiteY5-3586" fmla="*/ 3913 h 10000"/>
                <a:gd name="connsiteX6-3587" fmla="*/ 5412 w 10025"/>
                <a:gd name="connsiteY6-3588" fmla="*/ 4457 h 10000"/>
                <a:gd name="connsiteX7-3589" fmla="*/ 5025 w 10025"/>
                <a:gd name="connsiteY7-3590" fmla="*/ 4620 h 10000"/>
                <a:gd name="connsiteX8-3591" fmla="*/ 4666 w 10025"/>
                <a:gd name="connsiteY8-3592" fmla="*/ 4457 h 10000"/>
                <a:gd name="connsiteX9-3593" fmla="*/ 4417 w 10025"/>
                <a:gd name="connsiteY9-3594" fmla="*/ 3913 h 10000"/>
                <a:gd name="connsiteX10-3595" fmla="*/ 4279 w 10025"/>
                <a:gd name="connsiteY10-3596" fmla="*/ 3152 h 10000"/>
                <a:gd name="connsiteX11-3597" fmla="*/ 3119 w 10025"/>
                <a:gd name="connsiteY11-3598" fmla="*/ 2826 h 10000"/>
                <a:gd name="connsiteX12-3599" fmla="*/ 2014 w 10025"/>
                <a:gd name="connsiteY12-3600" fmla="*/ 2174 h 10000"/>
                <a:gd name="connsiteX13-3601" fmla="*/ 992 w 10025"/>
                <a:gd name="connsiteY13-3602" fmla="*/ 1250 h 10000"/>
                <a:gd name="connsiteX14-3603" fmla="*/ 17 w 10025"/>
                <a:gd name="connsiteY14-3604" fmla="*/ 70 h 10000"/>
                <a:gd name="connsiteX15-3605" fmla="*/ 25 w 10025"/>
                <a:gd name="connsiteY15-3606" fmla="*/ 9511 h 10000"/>
                <a:gd name="connsiteX16-3607" fmla="*/ 274 w 10025"/>
                <a:gd name="connsiteY16-3608" fmla="*/ 10000 h 10000"/>
                <a:gd name="connsiteX17-3609" fmla="*/ 9749 w 10025"/>
                <a:gd name="connsiteY17-3610" fmla="*/ 10000 h 10000"/>
                <a:gd name="connsiteX18-3611" fmla="*/ 10025 w 10025"/>
                <a:gd name="connsiteY18-3612" fmla="*/ 9457 h 10000"/>
                <a:gd name="connsiteX19-3613" fmla="*/ 10025 w 10025"/>
                <a:gd name="connsiteY19-3614" fmla="*/ 0 h 10000"/>
                <a:gd name="connsiteX0-3615" fmla="*/ 10009 w 10009"/>
                <a:gd name="connsiteY0-3616" fmla="*/ 0 h 10000"/>
                <a:gd name="connsiteX1-3617" fmla="*/ 9097 w 10009"/>
                <a:gd name="connsiteY1-3618" fmla="*/ 1250 h 10000"/>
                <a:gd name="connsiteX2-3619" fmla="*/ 8075 w 10009"/>
                <a:gd name="connsiteY2-3620" fmla="*/ 2174 h 10000"/>
                <a:gd name="connsiteX3-3621" fmla="*/ 6943 w 10009"/>
                <a:gd name="connsiteY3-3622" fmla="*/ 2826 h 10000"/>
                <a:gd name="connsiteX4-3623" fmla="*/ 5755 w 10009"/>
                <a:gd name="connsiteY4-3624" fmla="*/ 3152 h 10000"/>
                <a:gd name="connsiteX5-3625" fmla="*/ 5644 w 10009"/>
                <a:gd name="connsiteY5-3626" fmla="*/ 3913 h 10000"/>
                <a:gd name="connsiteX6-3627" fmla="*/ 5396 w 10009"/>
                <a:gd name="connsiteY6-3628" fmla="*/ 4457 h 10000"/>
                <a:gd name="connsiteX7-3629" fmla="*/ 5009 w 10009"/>
                <a:gd name="connsiteY7-3630" fmla="*/ 4620 h 10000"/>
                <a:gd name="connsiteX8-3631" fmla="*/ 4650 w 10009"/>
                <a:gd name="connsiteY8-3632" fmla="*/ 4457 h 10000"/>
                <a:gd name="connsiteX9-3633" fmla="*/ 4401 w 10009"/>
                <a:gd name="connsiteY9-3634" fmla="*/ 3913 h 10000"/>
                <a:gd name="connsiteX10-3635" fmla="*/ 4263 w 10009"/>
                <a:gd name="connsiteY10-3636" fmla="*/ 3152 h 10000"/>
                <a:gd name="connsiteX11-3637" fmla="*/ 3103 w 10009"/>
                <a:gd name="connsiteY11-3638" fmla="*/ 2826 h 10000"/>
                <a:gd name="connsiteX12-3639" fmla="*/ 1998 w 10009"/>
                <a:gd name="connsiteY12-3640" fmla="*/ 2174 h 10000"/>
                <a:gd name="connsiteX13-3641" fmla="*/ 976 w 10009"/>
                <a:gd name="connsiteY13-3642" fmla="*/ 1250 h 10000"/>
                <a:gd name="connsiteX14-3643" fmla="*/ 1 w 10009"/>
                <a:gd name="connsiteY14-3644" fmla="*/ 70 h 10000"/>
                <a:gd name="connsiteX15-3645" fmla="*/ 9 w 10009"/>
                <a:gd name="connsiteY15-3646" fmla="*/ 9511 h 10000"/>
                <a:gd name="connsiteX16-3647" fmla="*/ 258 w 10009"/>
                <a:gd name="connsiteY16-3648" fmla="*/ 10000 h 10000"/>
                <a:gd name="connsiteX17-3649" fmla="*/ 9733 w 10009"/>
                <a:gd name="connsiteY17-3650" fmla="*/ 10000 h 10000"/>
                <a:gd name="connsiteX18-3651" fmla="*/ 10009 w 10009"/>
                <a:gd name="connsiteY18-3652" fmla="*/ 9457 h 10000"/>
                <a:gd name="connsiteX19-3653" fmla="*/ 10009 w 10009"/>
                <a:gd name="connsiteY19-3654" fmla="*/ 0 h 10000"/>
                <a:gd name="connsiteX0-3655" fmla="*/ 10000 w 10000"/>
                <a:gd name="connsiteY0-3656" fmla="*/ 0 h 10000"/>
                <a:gd name="connsiteX1-3657" fmla="*/ 9088 w 10000"/>
                <a:gd name="connsiteY1-3658" fmla="*/ 1250 h 10000"/>
                <a:gd name="connsiteX2-3659" fmla="*/ 8066 w 10000"/>
                <a:gd name="connsiteY2-3660" fmla="*/ 2174 h 10000"/>
                <a:gd name="connsiteX3-3661" fmla="*/ 6934 w 10000"/>
                <a:gd name="connsiteY3-3662" fmla="*/ 2826 h 10000"/>
                <a:gd name="connsiteX4-3663" fmla="*/ 5746 w 10000"/>
                <a:gd name="connsiteY4-3664" fmla="*/ 3152 h 10000"/>
                <a:gd name="connsiteX5-3665" fmla="*/ 5635 w 10000"/>
                <a:gd name="connsiteY5-3666" fmla="*/ 3913 h 10000"/>
                <a:gd name="connsiteX6-3667" fmla="*/ 5387 w 10000"/>
                <a:gd name="connsiteY6-3668" fmla="*/ 4457 h 10000"/>
                <a:gd name="connsiteX7-3669" fmla="*/ 5000 w 10000"/>
                <a:gd name="connsiteY7-3670" fmla="*/ 4620 h 10000"/>
                <a:gd name="connsiteX8-3671" fmla="*/ 4641 w 10000"/>
                <a:gd name="connsiteY8-3672" fmla="*/ 4457 h 10000"/>
                <a:gd name="connsiteX9-3673" fmla="*/ 4392 w 10000"/>
                <a:gd name="connsiteY9-3674" fmla="*/ 3913 h 10000"/>
                <a:gd name="connsiteX10-3675" fmla="*/ 4254 w 10000"/>
                <a:gd name="connsiteY10-3676" fmla="*/ 3152 h 10000"/>
                <a:gd name="connsiteX11-3677" fmla="*/ 3094 w 10000"/>
                <a:gd name="connsiteY11-3678" fmla="*/ 2826 h 10000"/>
                <a:gd name="connsiteX12-3679" fmla="*/ 1989 w 10000"/>
                <a:gd name="connsiteY12-3680" fmla="*/ 2174 h 10000"/>
                <a:gd name="connsiteX13-3681" fmla="*/ 967 w 10000"/>
                <a:gd name="connsiteY13-3682" fmla="*/ 1250 h 10000"/>
                <a:gd name="connsiteX14-3683" fmla="*/ 28 w 10000"/>
                <a:gd name="connsiteY14-3684" fmla="*/ 175 h 10000"/>
                <a:gd name="connsiteX15-3685" fmla="*/ 0 w 10000"/>
                <a:gd name="connsiteY15-3686" fmla="*/ 9511 h 10000"/>
                <a:gd name="connsiteX16-3687" fmla="*/ 249 w 10000"/>
                <a:gd name="connsiteY16-3688" fmla="*/ 10000 h 10000"/>
                <a:gd name="connsiteX17-3689" fmla="*/ 9724 w 10000"/>
                <a:gd name="connsiteY17-3690" fmla="*/ 10000 h 10000"/>
                <a:gd name="connsiteX18-3691" fmla="*/ 10000 w 10000"/>
                <a:gd name="connsiteY18-3692" fmla="*/ 9457 h 10000"/>
                <a:gd name="connsiteX19-3693" fmla="*/ 10000 w 10000"/>
                <a:gd name="connsiteY19-3694" fmla="*/ 0 h 10000"/>
                <a:gd name="connsiteX0-3695" fmla="*/ 10000 w 10000"/>
                <a:gd name="connsiteY0-3696" fmla="*/ 0 h 10000"/>
                <a:gd name="connsiteX1-3697" fmla="*/ 9088 w 10000"/>
                <a:gd name="connsiteY1-3698" fmla="*/ 1250 h 10000"/>
                <a:gd name="connsiteX2-3699" fmla="*/ 8066 w 10000"/>
                <a:gd name="connsiteY2-3700" fmla="*/ 2174 h 10000"/>
                <a:gd name="connsiteX3-3701" fmla="*/ 6934 w 10000"/>
                <a:gd name="connsiteY3-3702" fmla="*/ 2826 h 10000"/>
                <a:gd name="connsiteX4-3703" fmla="*/ 5746 w 10000"/>
                <a:gd name="connsiteY4-3704" fmla="*/ 3152 h 10000"/>
                <a:gd name="connsiteX5-3705" fmla="*/ 5635 w 10000"/>
                <a:gd name="connsiteY5-3706" fmla="*/ 3913 h 10000"/>
                <a:gd name="connsiteX6-3707" fmla="*/ 5387 w 10000"/>
                <a:gd name="connsiteY6-3708" fmla="*/ 4457 h 10000"/>
                <a:gd name="connsiteX7-3709" fmla="*/ 5000 w 10000"/>
                <a:gd name="connsiteY7-3710" fmla="*/ 4620 h 10000"/>
                <a:gd name="connsiteX8-3711" fmla="*/ 4641 w 10000"/>
                <a:gd name="connsiteY8-3712" fmla="*/ 4457 h 10000"/>
                <a:gd name="connsiteX9-3713" fmla="*/ 4392 w 10000"/>
                <a:gd name="connsiteY9-3714" fmla="*/ 3913 h 10000"/>
                <a:gd name="connsiteX10-3715" fmla="*/ 4254 w 10000"/>
                <a:gd name="connsiteY10-3716" fmla="*/ 3152 h 10000"/>
                <a:gd name="connsiteX11-3717" fmla="*/ 3094 w 10000"/>
                <a:gd name="connsiteY11-3718" fmla="*/ 2826 h 10000"/>
                <a:gd name="connsiteX12-3719" fmla="*/ 1989 w 10000"/>
                <a:gd name="connsiteY12-3720" fmla="*/ 2174 h 10000"/>
                <a:gd name="connsiteX13-3721" fmla="*/ 967 w 10000"/>
                <a:gd name="connsiteY13-3722" fmla="*/ 1250 h 10000"/>
                <a:gd name="connsiteX14-3723" fmla="*/ 28 w 10000"/>
                <a:gd name="connsiteY14-3724" fmla="*/ 175 h 10000"/>
                <a:gd name="connsiteX15-3725" fmla="*/ 0 w 10000"/>
                <a:gd name="connsiteY15-3726" fmla="*/ 9476 h 10000"/>
                <a:gd name="connsiteX16-3727" fmla="*/ 249 w 10000"/>
                <a:gd name="connsiteY16-3728" fmla="*/ 10000 h 10000"/>
                <a:gd name="connsiteX17-3729" fmla="*/ 9724 w 10000"/>
                <a:gd name="connsiteY17-3730" fmla="*/ 10000 h 10000"/>
                <a:gd name="connsiteX18-3731" fmla="*/ 10000 w 10000"/>
                <a:gd name="connsiteY18-3732" fmla="*/ 9457 h 10000"/>
                <a:gd name="connsiteX19-3733" fmla="*/ 10000 w 10000"/>
                <a:gd name="connsiteY19-3734" fmla="*/ 0 h 10000"/>
                <a:gd name="connsiteX0-3735" fmla="*/ 10000 w 10000"/>
                <a:gd name="connsiteY0-3736" fmla="*/ 0 h 10000"/>
                <a:gd name="connsiteX1-3737" fmla="*/ 9088 w 10000"/>
                <a:gd name="connsiteY1-3738" fmla="*/ 1250 h 10000"/>
                <a:gd name="connsiteX2-3739" fmla="*/ 8066 w 10000"/>
                <a:gd name="connsiteY2-3740" fmla="*/ 2174 h 10000"/>
                <a:gd name="connsiteX3-3741" fmla="*/ 6934 w 10000"/>
                <a:gd name="connsiteY3-3742" fmla="*/ 2826 h 10000"/>
                <a:gd name="connsiteX4-3743" fmla="*/ 5746 w 10000"/>
                <a:gd name="connsiteY4-3744" fmla="*/ 3152 h 10000"/>
                <a:gd name="connsiteX5-3745" fmla="*/ 5635 w 10000"/>
                <a:gd name="connsiteY5-3746" fmla="*/ 3913 h 10000"/>
                <a:gd name="connsiteX6-3747" fmla="*/ 5387 w 10000"/>
                <a:gd name="connsiteY6-3748" fmla="*/ 4457 h 10000"/>
                <a:gd name="connsiteX7-3749" fmla="*/ 5000 w 10000"/>
                <a:gd name="connsiteY7-3750" fmla="*/ 4620 h 10000"/>
                <a:gd name="connsiteX8-3751" fmla="*/ 4641 w 10000"/>
                <a:gd name="connsiteY8-3752" fmla="*/ 4457 h 10000"/>
                <a:gd name="connsiteX9-3753" fmla="*/ 4392 w 10000"/>
                <a:gd name="connsiteY9-3754" fmla="*/ 3913 h 10000"/>
                <a:gd name="connsiteX10-3755" fmla="*/ 4254 w 10000"/>
                <a:gd name="connsiteY10-3756" fmla="*/ 3152 h 10000"/>
                <a:gd name="connsiteX11-3757" fmla="*/ 3094 w 10000"/>
                <a:gd name="connsiteY11-3758" fmla="*/ 2826 h 10000"/>
                <a:gd name="connsiteX12-3759" fmla="*/ 1989 w 10000"/>
                <a:gd name="connsiteY12-3760" fmla="*/ 2174 h 10000"/>
                <a:gd name="connsiteX13-3761" fmla="*/ 967 w 10000"/>
                <a:gd name="connsiteY13-3762" fmla="*/ 1250 h 10000"/>
                <a:gd name="connsiteX14-3763" fmla="*/ 28 w 10000"/>
                <a:gd name="connsiteY14-3764" fmla="*/ 175 h 10000"/>
                <a:gd name="connsiteX15-3765" fmla="*/ 0 w 10000"/>
                <a:gd name="connsiteY15-3766" fmla="*/ 9476 h 10000"/>
                <a:gd name="connsiteX16-3767" fmla="*/ 249 w 10000"/>
                <a:gd name="connsiteY16-3768" fmla="*/ 10000 h 10000"/>
                <a:gd name="connsiteX17-3769" fmla="*/ 9724 w 10000"/>
                <a:gd name="connsiteY17-3770" fmla="*/ 10000 h 10000"/>
                <a:gd name="connsiteX18-3771" fmla="*/ 10000 w 10000"/>
                <a:gd name="connsiteY18-3772" fmla="*/ 9457 h 10000"/>
                <a:gd name="connsiteX19-3773" fmla="*/ 10000 w 10000"/>
                <a:gd name="connsiteY19-3774" fmla="*/ 0 h 10000"/>
                <a:gd name="connsiteX0-3775" fmla="*/ 10008 w 10008"/>
                <a:gd name="connsiteY0-3776" fmla="*/ 0 h 10000"/>
                <a:gd name="connsiteX1-3777" fmla="*/ 9096 w 10008"/>
                <a:gd name="connsiteY1-3778" fmla="*/ 1250 h 10000"/>
                <a:gd name="connsiteX2-3779" fmla="*/ 8074 w 10008"/>
                <a:gd name="connsiteY2-3780" fmla="*/ 2174 h 10000"/>
                <a:gd name="connsiteX3-3781" fmla="*/ 6942 w 10008"/>
                <a:gd name="connsiteY3-3782" fmla="*/ 2826 h 10000"/>
                <a:gd name="connsiteX4-3783" fmla="*/ 5754 w 10008"/>
                <a:gd name="connsiteY4-3784" fmla="*/ 3152 h 10000"/>
                <a:gd name="connsiteX5-3785" fmla="*/ 5643 w 10008"/>
                <a:gd name="connsiteY5-3786" fmla="*/ 3913 h 10000"/>
                <a:gd name="connsiteX6-3787" fmla="*/ 5395 w 10008"/>
                <a:gd name="connsiteY6-3788" fmla="*/ 4457 h 10000"/>
                <a:gd name="connsiteX7-3789" fmla="*/ 5008 w 10008"/>
                <a:gd name="connsiteY7-3790" fmla="*/ 4620 h 10000"/>
                <a:gd name="connsiteX8-3791" fmla="*/ 4649 w 10008"/>
                <a:gd name="connsiteY8-3792" fmla="*/ 4457 h 10000"/>
                <a:gd name="connsiteX9-3793" fmla="*/ 4400 w 10008"/>
                <a:gd name="connsiteY9-3794" fmla="*/ 3913 h 10000"/>
                <a:gd name="connsiteX10-3795" fmla="*/ 4262 w 10008"/>
                <a:gd name="connsiteY10-3796" fmla="*/ 3152 h 10000"/>
                <a:gd name="connsiteX11-3797" fmla="*/ 3102 w 10008"/>
                <a:gd name="connsiteY11-3798" fmla="*/ 2826 h 10000"/>
                <a:gd name="connsiteX12-3799" fmla="*/ 1997 w 10008"/>
                <a:gd name="connsiteY12-3800" fmla="*/ 2174 h 10000"/>
                <a:gd name="connsiteX13-3801" fmla="*/ 975 w 10008"/>
                <a:gd name="connsiteY13-3802" fmla="*/ 1250 h 10000"/>
                <a:gd name="connsiteX14-3803" fmla="*/ 0 w 10008"/>
                <a:gd name="connsiteY14-3804" fmla="*/ 210 h 10000"/>
                <a:gd name="connsiteX15-3805" fmla="*/ 8 w 10008"/>
                <a:gd name="connsiteY15-3806" fmla="*/ 9476 h 10000"/>
                <a:gd name="connsiteX16-3807" fmla="*/ 257 w 10008"/>
                <a:gd name="connsiteY16-3808" fmla="*/ 10000 h 10000"/>
                <a:gd name="connsiteX17-3809" fmla="*/ 9732 w 10008"/>
                <a:gd name="connsiteY17-3810" fmla="*/ 10000 h 10000"/>
                <a:gd name="connsiteX18-3811" fmla="*/ 10008 w 10008"/>
                <a:gd name="connsiteY18-3812" fmla="*/ 9457 h 10000"/>
                <a:gd name="connsiteX19-3813" fmla="*/ 10008 w 10008"/>
                <a:gd name="connsiteY19-3814" fmla="*/ 0 h 10000"/>
                <a:gd name="connsiteX0-3815" fmla="*/ 10000 w 10000"/>
                <a:gd name="connsiteY0-3816" fmla="*/ 0 h 10000"/>
                <a:gd name="connsiteX1-3817" fmla="*/ 9088 w 10000"/>
                <a:gd name="connsiteY1-3818" fmla="*/ 1250 h 10000"/>
                <a:gd name="connsiteX2-3819" fmla="*/ 8066 w 10000"/>
                <a:gd name="connsiteY2-3820" fmla="*/ 2174 h 10000"/>
                <a:gd name="connsiteX3-3821" fmla="*/ 6934 w 10000"/>
                <a:gd name="connsiteY3-3822" fmla="*/ 2826 h 10000"/>
                <a:gd name="connsiteX4-3823" fmla="*/ 5746 w 10000"/>
                <a:gd name="connsiteY4-3824" fmla="*/ 3152 h 10000"/>
                <a:gd name="connsiteX5-3825" fmla="*/ 5635 w 10000"/>
                <a:gd name="connsiteY5-3826" fmla="*/ 3913 h 10000"/>
                <a:gd name="connsiteX6-3827" fmla="*/ 5387 w 10000"/>
                <a:gd name="connsiteY6-3828" fmla="*/ 4457 h 10000"/>
                <a:gd name="connsiteX7-3829" fmla="*/ 5000 w 10000"/>
                <a:gd name="connsiteY7-3830" fmla="*/ 4620 h 10000"/>
                <a:gd name="connsiteX8-3831" fmla="*/ 4641 w 10000"/>
                <a:gd name="connsiteY8-3832" fmla="*/ 4457 h 10000"/>
                <a:gd name="connsiteX9-3833" fmla="*/ 4392 w 10000"/>
                <a:gd name="connsiteY9-3834" fmla="*/ 3913 h 10000"/>
                <a:gd name="connsiteX10-3835" fmla="*/ 4254 w 10000"/>
                <a:gd name="connsiteY10-3836" fmla="*/ 3152 h 10000"/>
                <a:gd name="connsiteX11-3837" fmla="*/ 3094 w 10000"/>
                <a:gd name="connsiteY11-3838" fmla="*/ 2826 h 10000"/>
                <a:gd name="connsiteX12-3839" fmla="*/ 1989 w 10000"/>
                <a:gd name="connsiteY12-3840" fmla="*/ 2174 h 10000"/>
                <a:gd name="connsiteX13-3841" fmla="*/ 967 w 10000"/>
                <a:gd name="connsiteY13-3842" fmla="*/ 1250 h 10000"/>
                <a:gd name="connsiteX14-3843" fmla="*/ 28 w 10000"/>
                <a:gd name="connsiteY14-3844" fmla="*/ 210 h 10000"/>
                <a:gd name="connsiteX15-3845" fmla="*/ 0 w 10000"/>
                <a:gd name="connsiteY15-3846" fmla="*/ 9476 h 10000"/>
                <a:gd name="connsiteX16-3847" fmla="*/ 249 w 10000"/>
                <a:gd name="connsiteY16-3848" fmla="*/ 10000 h 10000"/>
                <a:gd name="connsiteX17-3849" fmla="*/ 9724 w 10000"/>
                <a:gd name="connsiteY17-3850" fmla="*/ 10000 h 10000"/>
                <a:gd name="connsiteX18-3851" fmla="*/ 10000 w 10000"/>
                <a:gd name="connsiteY18-3852" fmla="*/ 9457 h 10000"/>
                <a:gd name="connsiteX19-3853" fmla="*/ 10000 w 10000"/>
                <a:gd name="connsiteY19-3854" fmla="*/ 0 h 10000"/>
                <a:gd name="connsiteX0-3855" fmla="*/ 10000 w 10000"/>
                <a:gd name="connsiteY0-3856" fmla="*/ 0 h 10000"/>
                <a:gd name="connsiteX1-3857" fmla="*/ 9088 w 10000"/>
                <a:gd name="connsiteY1-3858" fmla="*/ 1250 h 10000"/>
                <a:gd name="connsiteX2-3859" fmla="*/ 8066 w 10000"/>
                <a:gd name="connsiteY2-3860" fmla="*/ 2174 h 10000"/>
                <a:gd name="connsiteX3-3861" fmla="*/ 6934 w 10000"/>
                <a:gd name="connsiteY3-3862" fmla="*/ 2826 h 10000"/>
                <a:gd name="connsiteX4-3863" fmla="*/ 5746 w 10000"/>
                <a:gd name="connsiteY4-3864" fmla="*/ 3152 h 10000"/>
                <a:gd name="connsiteX5-3865" fmla="*/ 5635 w 10000"/>
                <a:gd name="connsiteY5-3866" fmla="*/ 3913 h 10000"/>
                <a:gd name="connsiteX6-3867" fmla="*/ 5387 w 10000"/>
                <a:gd name="connsiteY6-3868" fmla="*/ 4457 h 10000"/>
                <a:gd name="connsiteX7-3869" fmla="*/ 5000 w 10000"/>
                <a:gd name="connsiteY7-3870" fmla="*/ 4620 h 10000"/>
                <a:gd name="connsiteX8-3871" fmla="*/ 4641 w 10000"/>
                <a:gd name="connsiteY8-3872" fmla="*/ 4457 h 10000"/>
                <a:gd name="connsiteX9-3873" fmla="*/ 4392 w 10000"/>
                <a:gd name="connsiteY9-3874" fmla="*/ 3913 h 10000"/>
                <a:gd name="connsiteX10-3875" fmla="*/ 4254 w 10000"/>
                <a:gd name="connsiteY10-3876" fmla="*/ 3152 h 10000"/>
                <a:gd name="connsiteX11-3877" fmla="*/ 3094 w 10000"/>
                <a:gd name="connsiteY11-3878" fmla="*/ 2826 h 10000"/>
                <a:gd name="connsiteX12-3879" fmla="*/ 1989 w 10000"/>
                <a:gd name="connsiteY12-3880" fmla="*/ 2174 h 10000"/>
                <a:gd name="connsiteX13-3881" fmla="*/ 967 w 10000"/>
                <a:gd name="connsiteY13-3882" fmla="*/ 1250 h 10000"/>
                <a:gd name="connsiteX14-3883" fmla="*/ 28 w 10000"/>
                <a:gd name="connsiteY14-3884" fmla="*/ 210 h 10000"/>
                <a:gd name="connsiteX15-3885" fmla="*/ 0 w 10000"/>
                <a:gd name="connsiteY15-3886" fmla="*/ 9476 h 10000"/>
                <a:gd name="connsiteX16-3887" fmla="*/ 249 w 10000"/>
                <a:gd name="connsiteY16-3888" fmla="*/ 10000 h 10000"/>
                <a:gd name="connsiteX17-3889" fmla="*/ 9724 w 10000"/>
                <a:gd name="connsiteY17-3890" fmla="*/ 10000 h 10000"/>
                <a:gd name="connsiteX18-3891" fmla="*/ 10000 w 10000"/>
                <a:gd name="connsiteY18-3892" fmla="*/ 9457 h 10000"/>
                <a:gd name="connsiteX19-3893" fmla="*/ 10000 w 10000"/>
                <a:gd name="connsiteY19-3894" fmla="*/ 0 h 10000"/>
                <a:gd name="connsiteX0-3895" fmla="*/ 10017 w 10017"/>
                <a:gd name="connsiteY0-3896" fmla="*/ 0 h 10000"/>
                <a:gd name="connsiteX1-3897" fmla="*/ 9105 w 10017"/>
                <a:gd name="connsiteY1-3898" fmla="*/ 1250 h 10000"/>
                <a:gd name="connsiteX2-3899" fmla="*/ 8083 w 10017"/>
                <a:gd name="connsiteY2-3900" fmla="*/ 2174 h 10000"/>
                <a:gd name="connsiteX3-3901" fmla="*/ 6951 w 10017"/>
                <a:gd name="connsiteY3-3902" fmla="*/ 2826 h 10000"/>
                <a:gd name="connsiteX4-3903" fmla="*/ 5763 w 10017"/>
                <a:gd name="connsiteY4-3904" fmla="*/ 3152 h 10000"/>
                <a:gd name="connsiteX5-3905" fmla="*/ 5652 w 10017"/>
                <a:gd name="connsiteY5-3906" fmla="*/ 3913 h 10000"/>
                <a:gd name="connsiteX6-3907" fmla="*/ 5404 w 10017"/>
                <a:gd name="connsiteY6-3908" fmla="*/ 4457 h 10000"/>
                <a:gd name="connsiteX7-3909" fmla="*/ 5017 w 10017"/>
                <a:gd name="connsiteY7-3910" fmla="*/ 4620 h 10000"/>
                <a:gd name="connsiteX8-3911" fmla="*/ 4658 w 10017"/>
                <a:gd name="connsiteY8-3912" fmla="*/ 4457 h 10000"/>
                <a:gd name="connsiteX9-3913" fmla="*/ 4409 w 10017"/>
                <a:gd name="connsiteY9-3914" fmla="*/ 3913 h 10000"/>
                <a:gd name="connsiteX10-3915" fmla="*/ 4271 w 10017"/>
                <a:gd name="connsiteY10-3916" fmla="*/ 3152 h 10000"/>
                <a:gd name="connsiteX11-3917" fmla="*/ 3111 w 10017"/>
                <a:gd name="connsiteY11-3918" fmla="*/ 2826 h 10000"/>
                <a:gd name="connsiteX12-3919" fmla="*/ 2006 w 10017"/>
                <a:gd name="connsiteY12-3920" fmla="*/ 2174 h 10000"/>
                <a:gd name="connsiteX13-3921" fmla="*/ 984 w 10017"/>
                <a:gd name="connsiteY13-3922" fmla="*/ 1250 h 10000"/>
                <a:gd name="connsiteX14-3923" fmla="*/ 45 w 10017"/>
                <a:gd name="connsiteY14-3924" fmla="*/ 210 h 10000"/>
                <a:gd name="connsiteX15-3925" fmla="*/ 17 w 10017"/>
                <a:gd name="connsiteY15-3926" fmla="*/ 9476 h 10000"/>
                <a:gd name="connsiteX16-3927" fmla="*/ 266 w 10017"/>
                <a:gd name="connsiteY16-3928" fmla="*/ 10000 h 10000"/>
                <a:gd name="connsiteX17-3929" fmla="*/ 9741 w 10017"/>
                <a:gd name="connsiteY17-3930" fmla="*/ 10000 h 10000"/>
                <a:gd name="connsiteX18-3931" fmla="*/ 10017 w 10017"/>
                <a:gd name="connsiteY18-3932" fmla="*/ 9457 h 10000"/>
                <a:gd name="connsiteX19-3933" fmla="*/ 10017 w 10017"/>
                <a:gd name="connsiteY19-3934" fmla="*/ 0 h 10000"/>
                <a:gd name="connsiteX0-3935" fmla="*/ 10016 w 10016"/>
                <a:gd name="connsiteY0-3936" fmla="*/ 0 h 10000"/>
                <a:gd name="connsiteX1-3937" fmla="*/ 9104 w 10016"/>
                <a:gd name="connsiteY1-3938" fmla="*/ 1250 h 10000"/>
                <a:gd name="connsiteX2-3939" fmla="*/ 8082 w 10016"/>
                <a:gd name="connsiteY2-3940" fmla="*/ 2174 h 10000"/>
                <a:gd name="connsiteX3-3941" fmla="*/ 6950 w 10016"/>
                <a:gd name="connsiteY3-3942" fmla="*/ 2826 h 10000"/>
                <a:gd name="connsiteX4-3943" fmla="*/ 5762 w 10016"/>
                <a:gd name="connsiteY4-3944" fmla="*/ 3152 h 10000"/>
                <a:gd name="connsiteX5-3945" fmla="*/ 5651 w 10016"/>
                <a:gd name="connsiteY5-3946" fmla="*/ 3913 h 10000"/>
                <a:gd name="connsiteX6-3947" fmla="*/ 5403 w 10016"/>
                <a:gd name="connsiteY6-3948" fmla="*/ 4457 h 10000"/>
                <a:gd name="connsiteX7-3949" fmla="*/ 5016 w 10016"/>
                <a:gd name="connsiteY7-3950" fmla="*/ 4620 h 10000"/>
                <a:gd name="connsiteX8-3951" fmla="*/ 4657 w 10016"/>
                <a:gd name="connsiteY8-3952" fmla="*/ 4457 h 10000"/>
                <a:gd name="connsiteX9-3953" fmla="*/ 4408 w 10016"/>
                <a:gd name="connsiteY9-3954" fmla="*/ 3913 h 10000"/>
                <a:gd name="connsiteX10-3955" fmla="*/ 4270 w 10016"/>
                <a:gd name="connsiteY10-3956" fmla="*/ 3152 h 10000"/>
                <a:gd name="connsiteX11-3957" fmla="*/ 3110 w 10016"/>
                <a:gd name="connsiteY11-3958" fmla="*/ 2826 h 10000"/>
                <a:gd name="connsiteX12-3959" fmla="*/ 2005 w 10016"/>
                <a:gd name="connsiteY12-3960" fmla="*/ 2174 h 10000"/>
                <a:gd name="connsiteX13-3961" fmla="*/ 983 w 10016"/>
                <a:gd name="connsiteY13-3962" fmla="*/ 1250 h 10000"/>
                <a:gd name="connsiteX14-3963" fmla="*/ 62 w 10016"/>
                <a:gd name="connsiteY14-3964" fmla="*/ 210 h 10000"/>
                <a:gd name="connsiteX15-3965" fmla="*/ 16 w 10016"/>
                <a:gd name="connsiteY15-3966" fmla="*/ 9476 h 10000"/>
                <a:gd name="connsiteX16-3967" fmla="*/ 265 w 10016"/>
                <a:gd name="connsiteY16-3968" fmla="*/ 10000 h 10000"/>
                <a:gd name="connsiteX17-3969" fmla="*/ 9740 w 10016"/>
                <a:gd name="connsiteY17-3970" fmla="*/ 10000 h 10000"/>
                <a:gd name="connsiteX18-3971" fmla="*/ 10016 w 10016"/>
                <a:gd name="connsiteY18-3972" fmla="*/ 9457 h 10000"/>
                <a:gd name="connsiteX19-3973" fmla="*/ 10016 w 10016"/>
                <a:gd name="connsiteY19-3974" fmla="*/ 0 h 10000"/>
                <a:gd name="connsiteX0-3975" fmla="*/ 10010 w 10010"/>
                <a:gd name="connsiteY0-3976" fmla="*/ 0 h 10000"/>
                <a:gd name="connsiteX1-3977" fmla="*/ 9098 w 10010"/>
                <a:gd name="connsiteY1-3978" fmla="*/ 1250 h 10000"/>
                <a:gd name="connsiteX2-3979" fmla="*/ 8076 w 10010"/>
                <a:gd name="connsiteY2-3980" fmla="*/ 2174 h 10000"/>
                <a:gd name="connsiteX3-3981" fmla="*/ 6944 w 10010"/>
                <a:gd name="connsiteY3-3982" fmla="*/ 2826 h 10000"/>
                <a:gd name="connsiteX4-3983" fmla="*/ 5756 w 10010"/>
                <a:gd name="connsiteY4-3984" fmla="*/ 3152 h 10000"/>
                <a:gd name="connsiteX5-3985" fmla="*/ 5645 w 10010"/>
                <a:gd name="connsiteY5-3986" fmla="*/ 3913 h 10000"/>
                <a:gd name="connsiteX6-3987" fmla="*/ 5397 w 10010"/>
                <a:gd name="connsiteY6-3988" fmla="*/ 4457 h 10000"/>
                <a:gd name="connsiteX7-3989" fmla="*/ 5010 w 10010"/>
                <a:gd name="connsiteY7-3990" fmla="*/ 4620 h 10000"/>
                <a:gd name="connsiteX8-3991" fmla="*/ 4651 w 10010"/>
                <a:gd name="connsiteY8-3992" fmla="*/ 4457 h 10000"/>
                <a:gd name="connsiteX9-3993" fmla="*/ 4402 w 10010"/>
                <a:gd name="connsiteY9-3994" fmla="*/ 3913 h 10000"/>
                <a:gd name="connsiteX10-3995" fmla="*/ 4264 w 10010"/>
                <a:gd name="connsiteY10-3996" fmla="*/ 3152 h 10000"/>
                <a:gd name="connsiteX11-3997" fmla="*/ 3104 w 10010"/>
                <a:gd name="connsiteY11-3998" fmla="*/ 2826 h 10000"/>
                <a:gd name="connsiteX12-3999" fmla="*/ 1999 w 10010"/>
                <a:gd name="connsiteY12-4000" fmla="*/ 2174 h 10000"/>
                <a:gd name="connsiteX13-4001" fmla="*/ 977 w 10010"/>
                <a:gd name="connsiteY13-4002" fmla="*/ 1250 h 10000"/>
                <a:gd name="connsiteX14-4003" fmla="*/ 145 w 10010"/>
                <a:gd name="connsiteY14-4004" fmla="*/ 210 h 10000"/>
                <a:gd name="connsiteX15-4005" fmla="*/ 10 w 10010"/>
                <a:gd name="connsiteY15-4006" fmla="*/ 9476 h 10000"/>
                <a:gd name="connsiteX16-4007" fmla="*/ 259 w 10010"/>
                <a:gd name="connsiteY16-4008" fmla="*/ 10000 h 10000"/>
                <a:gd name="connsiteX17-4009" fmla="*/ 9734 w 10010"/>
                <a:gd name="connsiteY17-4010" fmla="*/ 10000 h 10000"/>
                <a:gd name="connsiteX18-4011" fmla="*/ 10010 w 10010"/>
                <a:gd name="connsiteY18-4012" fmla="*/ 9457 h 10000"/>
                <a:gd name="connsiteX19-4013" fmla="*/ 10010 w 10010"/>
                <a:gd name="connsiteY19-4014" fmla="*/ 0 h 10000"/>
                <a:gd name="connsiteX0-4015" fmla="*/ 10010 w 10010"/>
                <a:gd name="connsiteY0-4016" fmla="*/ 0 h 10000"/>
                <a:gd name="connsiteX1-4017" fmla="*/ 9098 w 10010"/>
                <a:gd name="connsiteY1-4018" fmla="*/ 1250 h 10000"/>
                <a:gd name="connsiteX2-4019" fmla="*/ 8076 w 10010"/>
                <a:gd name="connsiteY2-4020" fmla="*/ 2174 h 10000"/>
                <a:gd name="connsiteX3-4021" fmla="*/ 6944 w 10010"/>
                <a:gd name="connsiteY3-4022" fmla="*/ 2826 h 10000"/>
                <a:gd name="connsiteX4-4023" fmla="*/ 5756 w 10010"/>
                <a:gd name="connsiteY4-4024" fmla="*/ 3152 h 10000"/>
                <a:gd name="connsiteX5-4025" fmla="*/ 5645 w 10010"/>
                <a:gd name="connsiteY5-4026" fmla="*/ 3913 h 10000"/>
                <a:gd name="connsiteX6-4027" fmla="*/ 5397 w 10010"/>
                <a:gd name="connsiteY6-4028" fmla="*/ 4457 h 10000"/>
                <a:gd name="connsiteX7-4029" fmla="*/ 5010 w 10010"/>
                <a:gd name="connsiteY7-4030" fmla="*/ 4620 h 10000"/>
                <a:gd name="connsiteX8-4031" fmla="*/ 4651 w 10010"/>
                <a:gd name="connsiteY8-4032" fmla="*/ 4457 h 10000"/>
                <a:gd name="connsiteX9-4033" fmla="*/ 4402 w 10010"/>
                <a:gd name="connsiteY9-4034" fmla="*/ 3913 h 10000"/>
                <a:gd name="connsiteX10-4035" fmla="*/ 4264 w 10010"/>
                <a:gd name="connsiteY10-4036" fmla="*/ 3152 h 10000"/>
                <a:gd name="connsiteX11-4037" fmla="*/ 3104 w 10010"/>
                <a:gd name="connsiteY11-4038" fmla="*/ 2826 h 10000"/>
                <a:gd name="connsiteX12-4039" fmla="*/ 1999 w 10010"/>
                <a:gd name="connsiteY12-4040" fmla="*/ 2174 h 10000"/>
                <a:gd name="connsiteX13-4041" fmla="*/ 977 w 10010"/>
                <a:gd name="connsiteY13-4042" fmla="*/ 1250 h 10000"/>
                <a:gd name="connsiteX14-4043" fmla="*/ 109 w 10010"/>
                <a:gd name="connsiteY14-4044" fmla="*/ 210 h 10000"/>
                <a:gd name="connsiteX15-4045" fmla="*/ 10 w 10010"/>
                <a:gd name="connsiteY15-4046" fmla="*/ 9476 h 10000"/>
                <a:gd name="connsiteX16-4047" fmla="*/ 259 w 10010"/>
                <a:gd name="connsiteY16-4048" fmla="*/ 10000 h 10000"/>
                <a:gd name="connsiteX17-4049" fmla="*/ 9734 w 10010"/>
                <a:gd name="connsiteY17-4050" fmla="*/ 10000 h 10000"/>
                <a:gd name="connsiteX18-4051" fmla="*/ 10010 w 10010"/>
                <a:gd name="connsiteY18-4052" fmla="*/ 9457 h 10000"/>
                <a:gd name="connsiteX19-4053" fmla="*/ 10010 w 10010"/>
                <a:gd name="connsiteY19-4054" fmla="*/ 0 h 10000"/>
                <a:gd name="connsiteX0-4055" fmla="*/ 10015 w 10015"/>
                <a:gd name="connsiteY0-4056" fmla="*/ 0 h 10000"/>
                <a:gd name="connsiteX1-4057" fmla="*/ 9103 w 10015"/>
                <a:gd name="connsiteY1-4058" fmla="*/ 1250 h 10000"/>
                <a:gd name="connsiteX2-4059" fmla="*/ 8081 w 10015"/>
                <a:gd name="connsiteY2-4060" fmla="*/ 2174 h 10000"/>
                <a:gd name="connsiteX3-4061" fmla="*/ 6949 w 10015"/>
                <a:gd name="connsiteY3-4062" fmla="*/ 2826 h 10000"/>
                <a:gd name="connsiteX4-4063" fmla="*/ 5761 w 10015"/>
                <a:gd name="connsiteY4-4064" fmla="*/ 3152 h 10000"/>
                <a:gd name="connsiteX5-4065" fmla="*/ 5650 w 10015"/>
                <a:gd name="connsiteY5-4066" fmla="*/ 3913 h 10000"/>
                <a:gd name="connsiteX6-4067" fmla="*/ 5402 w 10015"/>
                <a:gd name="connsiteY6-4068" fmla="*/ 4457 h 10000"/>
                <a:gd name="connsiteX7-4069" fmla="*/ 5015 w 10015"/>
                <a:gd name="connsiteY7-4070" fmla="*/ 4620 h 10000"/>
                <a:gd name="connsiteX8-4071" fmla="*/ 4656 w 10015"/>
                <a:gd name="connsiteY8-4072" fmla="*/ 4457 h 10000"/>
                <a:gd name="connsiteX9-4073" fmla="*/ 4407 w 10015"/>
                <a:gd name="connsiteY9-4074" fmla="*/ 3913 h 10000"/>
                <a:gd name="connsiteX10-4075" fmla="*/ 4269 w 10015"/>
                <a:gd name="connsiteY10-4076" fmla="*/ 3152 h 10000"/>
                <a:gd name="connsiteX11-4077" fmla="*/ 3109 w 10015"/>
                <a:gd name="connsiteY11-4078" fmla="*/ 2826 h 10000"/>
                <a:gd name="connsiteX12-4079" fmla="*/ 2004 w 10015"/>
                <a:gd name="connsiteY12-4080" fmla="*/ 2174 h 10000"/>
                <a:gd name="connsiteX13-4081" fmla="*/ 982 w 10015"/>
                <a:gd name="connsiteY13-4082" fmla="*/ 1250 h 10000"/>
                <a:gd name="connsiteX14-4083" fmla="*/ 61 w 10015"/>
                <a:gd name="connsiteY14-4084" fmla="*/ 210 h 10000"/>
                <a:gd name="connsiteX15-4085" fmla="*/ 15 w 10015"/>
                <a:gd name="connsiteY15-4086" fmla="*/ 9476 h 10000"/>
                <a:gd name="connsiteX16-4087" fmla="*/ 264 w 10015"/>
                <a:gd name="connsiteY16-4088" fmla="*/ 10000 h 10000"/>
                <a:gd name="connsiteX17-4089" fmla="*/ 9739 w 10015"/>
                <a:gd name="connsiteY17-4090" fmla="*/ 10000 h 10000"/>
                <a:gd name="connsiteX18-4091" fmla="*/ 10015 w 10015"/>
                <a:gd name="connsiteY18-4092" fmla="*/ 9457 h 10000"/>
                <a:gd name="connsiteX19-4093" fmla="*/ 10015 w 10015"/>
                <a:gd name="connsiteY19-4094" fmla="*/ 0 h 10000"/>
                <a:gd name="connsiteX0-4095" fmla="*/ 10010 w 10010"/>
                <a:gd name="connsiteY0-4096" fmla="*/ 0 h 10000"/>
                <a:gd name="connsiteX1-4097" fmla="*/ 9098 w 10010"/>
                <a:gd name="connsiteY1-4098" fmla="*/ 1250 h 10000"/>
                <a:gd name="connsiteX2-4099" fmla="*/ 8076 w 10010"/>
                <a:gd name="connsiteY2-4100" fmla="*/ 2174 h 10000"/>
                <a:gd name="connsiteX3-4101" fmla="*/ 6944 w 10010"/>
                <a:gd name="connsiteY3-4102" fmla="*/ 2826 h 10000"/>
                <a:gd name="connsiteX4-4103" fmla="*/ 5756 w 10010"/>
                <a:gd name="connsiteY4-4104" fmla="*/ 3152 h 10000"/>
                <a:gd name="connsiteX5-4105" fmla="*/ 5645 w 10010"/>
                <a:gd name="connsiteY5-4106" fmla="*/ 3913 h 10000"/>
                <a:gd name="connsiteX6-4107" fmla="*/ 5397 w 10010"/>
                <a:gd name="connsiteY6-4108" fmla="*/ 4457 h 10000"/>
                <a:gd name="connsiteX7-4109" fmla="*/ 5010 w 10010"/>
                <a:gd name="connsiteY7-4110" fmla="*/ 4620 h 10000"/>
                <a:gd name="connsiteX8-4111" fmla="*/ 4651 w 10010"/>
                <a:gd name="connsiteY8-4112" fmla="*/ 4457 h 10000"/>
                <a:gd name="connsiteX9-4113" fmla="*/ 4402 w 10010"/>
                <a:gd name="connsiteY9-4114" fmla="*/ 3913 h 10000"/>
                <a:gd name="connsiteX10-4115" fmla="*/ 4264 w 10010"/>
                <a:gd name="connsiteY10-4116" fmla="*/ 3152 h 10000"/>
                <a:gd name="connsiteX11-4117" fmla="*/ 3104 w 10010"/>
                <a:gd name="connsiteY11-4118" fmla="*/ 2826 h 10000"/>
                <a:gd name="connsiteX12-4119" fmla="*/ 1999 w 10010"/>
                <a:gd name="connsiteY12-4120" fmla="*/ 2174 h 10000"/>
                <a:gd name="connsiteX13-4121" fmla="*/ 977 w 10010"/>
                <a:gd name="connsiteY13-4122" fmla="*/ 1250 h 10000"/>
                <a:gd name="connsiteX14-4123" fmla="*/ 56 w 10010"/>
                <a:gd name="connsiteY14-4124" fmla="*/ 210 h 10000"/>
                <a:gd name="connsiteX15-4125" fmla="*/ 10 w 10010"/>
                <a:gd name="connsiteY15-4126" fmla="*/ 9476 h 10000"/>
                <a:gd name="connsiteX16-4127" fmla="*/ 259 w 10010"/>
                <a:gd name="connsiteY16-4128" fmla="*/ 10000 h 10000"/>
                <a:gd name="connsiteX17-4129" fmla="*/ 9734 w 10010"/>
                <a:gd name="connsiteY17-4130" fmla="*/ 10000 h 10000"/>
                <a:gd name="connsiteX18-4131" fmla="*/ 10010 w 10010"/>
                <a:gd name="connsiteY18-4132" fmla="*/ 9457 h 10000"/>
                <a:gd name="connsiteX19-4133" fmla="*/ 10010 w 10010"/>
                <a:gd name="connsiteY19-4134" fmla="*/ 0 h 10000"/>
                <a:gd name="connsiteX0-4135" fmla="*/ 10023 w 10023"/>
                <a:gd name="connsiteY0-4136" fmla="*/ 0 h 10000"/>
                <a:gd name="connsiteX1-4137" fmla="*/ 9111 w 10023"/>
                <a:gd name="connsiteY1-4138" fmla="*/ 1250 h 10000"/>
                <a:gd name="connsiteX2-4139" fmla="*/ 8089 w 10023"/>
                <a:gd name="connsiteY2-4140" fmla="*/ 2174 h 10000"/>
                <a:gd name="connsiteX3-4141" fmla="*/ 6957 w 10023"/>
                <a:gd name="connsiteY3-4142" fmla="*/ 2826 h 10000"/>
                <a:gd name="connsiteX4-4143" fmla="*/ 5769 w 10023"/>
                <a:gd name="connsiteY4-4144" fmla="*/ 3152 h 10000"/>
                <a:gd name="connsiteX5-4145" fmla="*/ 5658 w 10023"/>
                <a:gd name="connsiteY5-4146" fmla="*/ 3913 h 10000"/>
                <a:gd name="connsiteX6-4147" fmla="*/ 5410 w 10023"/>
                <a:gd name="connsiteY6-4148" fmla="*/ 4457 h 10000"/>
                <a:gd name="connsiteX7-4149" fmla="*/ 5023 w 10023"/>
                <a:gd name="connsiteY7-4150" fmla="*/ 4620 h 10000"/>
                <a:gd name="connsiteX8-4151" fmla="*/ 4664 w 10023"/>
                <a:gd name="connsiteY8-4152" fmla="*/ 4457 h 10000"/>
                <a:gd name="connsiteX9-4153" fmla="*/ 4415 w 10023"/>
                <a:gd name="connsiteY9-4154" fmla="*/ 3913 h 10000"/>
                <a:gd name="connsiteX10-4155" fmla="*/ 4277 w 10023"/>
                <a:gd name="connsiteY10-4156" fmla="*/ 3152 h 10000"/>
                <a:gd name="connsiteX11-4157" fmla="*/ 3117 w 10023"/>
                <a:gd name="connsiteY11-4158" fmla="*/ 2826 h 10000"/>
                <a:gd name="connsiteX12-4159" fmla="*/ 2012 w 10023"/>
                <a:gd name="connsiteY12-4160" fmla="*/ 2174 h 10000"/>
                <a:gd name="connsiteX13-4161" fmla="*/ 990 w 10023"/>
                <a:gd name="connsiteY13-4162" fmla="*/ 1250 h 10000"/>
                <a:gd name="connsiteX14-4163" fmla="*/ 69 w 10023"/>
                <a:gd name="connsiteY14-4164" fmla="*/ 210 h 10000"/>
                <a:gd name="connsiteX15-4165" fmla="*/ 23 w 10023"/>
                <a:gd name="connsiteY15-4166" fmla="*/ 9476 h 10000"/>
                <a:gd name="connsiteX16-4167" fmla="*/ 272 w 10023"/>
                <a:gd name="connsiteY16-4168" fmla="*/ 10000 h 10000"/>
                <a:gd name="connsiteX17-4169" fmla="*/ 9747 w 10023"/>
                <a:gd name="connsiteY17-4170" fmla="*/ 10000 h 10000"/>
                <a:gd name="connsiteX18-4171" fmla="*/ 10023 w 10023"/>
                <a:gd name="connsiteY18-4172" fmla="*/ 9457 h 10000"/>
                <a:gd name="connsiteX19-4173" fmla="*/ 10023 w 10023"/>
                <a:gd name="connsiteY19-4174" fmla="*/ 0 h 10000"/>
                <a:gd name="connsiteX0-4175" fmla="*/ 10057 w 10057"/>
                <a:gd name="connsiteY0-4176" fmla="*/ 0 h 10000"/>
                <a:gd name="connsiteX1-4177" fmla="*/ 9145 w 10057"/>
                <a:gd name="connsiteY1-4178" fmla="*/ 1250 h 10000"/>
                <a:gd name="connsiteX2-4179" fmla="*/ 8123 w 10057"/>
                <a:gd name="connsiteY2-4180" fmla="*/ 2174 h 10000"/>
                <a:gd name="connsiteX3-4181" fmla="*/ 6991 w 10057"/>
                <a:gd name="connsiteY3-4182" fmla="*/ 2826 h 10000"/>
                <a:gd name="connsiteX4-4183" fmla="*/ 5803 w 10057"/>
                <a:gd name="connsiteY4-4184" fmla="*/ 3152 h 10000"/>
                <a:gd name="connsiteX5-4185" fmla="*/ 5692 w 10057"/>
                <a:gd name="connsiteY5-4186" fmla="*/ 3913 h 10000"/>
                <a:gd name="connsiteX6-4187" fmla="*/ 5444 w 10057"/>
                <a:gd name="connsiteY6-4188" fmla="*/ 4457 h 10000"/>
                <a:gd name="connsiteX7-4189" fmla="*/ 5057 w 10057"/>
                <a:gd name="connsiteY7-4190" fmla="*/ 4620 h 10000"/>
                <a:gd name="connsiteX8-4191" fmla="*/ 4698 w 10057"/>
                <a:gd name="connsiteY8-4192" fmla="*/ 4457 h 10000"/>
                <a:gd name="connsiteX9-4193" fmla="*/ 4449 w 10057"/>
                <a:gd name="connsiteY9-4194" fmla="*/ 3913 h 10000"/>
                <a:gd name="connsiteX10-4195" fmla="*/ 4311 w 10057"/>
                <a:gd name="connsiteY10-4196" fmla="*/ 3152 h 10000"/>
                <a:gd name="connsiteX11-4197" fmla="*/ 3151 w 10057"/>
                <a:gd name="connsiteY11-4198" fmla="*/ 2826 h 10000"/>
                <a:gd name="connsiteX12-4199" fmla="*/ 2046 w 10057"/>
                <a:gd name="connsiteY12-4200" fmla="*/ 2174 h 10000"/>
                <a:gd name="connsiteX13-4201" fmla="*/ 1024 w 10057"/>
                <a:gd name="connsiteY13-4202" fmla="*/ 1250 h 10000"/>
                <a:gd name="connsiteX14-4203" fmla="*/ 103 w 10057"/>
                <a:gd name="connsiteY14-4204" fmla="*/ 210 h 10000"/>
                <a:gd name="connsiteX15-4205" fmla="*/ 57 w 10057"/>
                <a:gd name="connsiteY15-4206" fmla="*/ 9476 h 10000"/>
                <a:gd name="connsiteX16-4207" fmla="*/ 306 w 10057"/>
                <a:gd name="connsiteY16-4208" fmla="*/ 10000 h 10000"/>
                <a:gd name="connsiteX17-4209" fmla="*/ 9781 w 10057"/>
                <a:gd name="connsiteY17-4210" fmla="*/ 10000 h 10000"/>
                <a:gd name="connsiteX18-4211" fmla="*/ 10057 w 10057"/>
                <a:gd name="connsiteY18-4212" fmla="*/ 9457 h 10000"/>
                <a:gd name="connsiteX19-4213" fmla="*/ 10057 w 10057"/>
                <a:gd name="connsiteY19-4214" fmla="*/ 0 h 10000"/>
                <a:gd name="connsiteX0-4215" fmla="*/ 10024 w 10024"/>
                <a:gd name="connsiteY0-4216" fmla="*/ 0 h 10000"/>
                <a:gd name="connsiteX1-4217" fmla="*/ 9112 w 10024"/>
                <a:gd name="connsiteY1-4218" fmla="*/ 1250 h 10000"/>
                <a:gd name="connsiteX2-4219" fmla="*/ 8090 w 10024"/>
                <a:gd name="connsiteY2-4220" fmla="*/ 2174 h 10000"/>
                <a:gd name="connsiteX3-4221" fmla="*/ 6958 w 10024"/>
                <a:gd name="connsiteY3-4222" fmla="*/ 2826 h 10000"/>
                <a:gd name="connsiteX4-4223" fmla="*/ 5770 w 10024"/>
                <a:gd name="connsiteY4-4224" fmla="*/ 3152 h 10000"/>
                <a:gd name="connsiteX5-4225" fmla="*/ 5659 w 10024"/>
                <a:gd name="connsiteY5-4226" fmla="*/ 3913 h 10000"/>
                <a:gd name="connsiteX6-4227" fmla="*/ 5411 w 10024"/>
                <a:gd name="connsiteY6-4228" fmla="*/ 4457 h 10000"/>
                <a:gd name="connsiteX7-4229" fmla="*/ 5024 w 10024"/>
                <a:gd name="connsiteY7-4230" fmla="*/ 4620 h 10000"/>
                <a:gd name="connsiteX8-4231" fmla="*/ 4665 w 10024"/>
                <a:gd name="connsiteY8-4232" fmla="*/ 4457 h 10000"/>
                <a:gd name="connsiteX9-4233" fmla="*/ 4416 w 10024"/>
                <a:gd name="connsiteY9-4234" fmla="*/ 3913 h 10000"/>
                <a:gd name="connsiteX10-4235" fmla="*/ 4278 w 10024"/>
                <a:gd name="connsiteY10-4236" fmla="*/ 3152 h 10000"/>
                <a:gd name="connsiteX11-4237" fmla="*/ 3118 w 10024"/>
                <a:gd name="connsiteY11-4238" fmla="*/ 2826 h 10000"/>
                <a:gd name="connsiteX12-4239" fmla="*/ 2013 w 10024"/>
                <a:gd name="connsiteY12-4240" fmla="*/ 2174 h 10000"/>
                <a:gd name="connsiteX13-4241" fmla="*/ 991 w 10024"/>
                <a:gd name="connsiteY13-4242" fmla="*/ 1250 h 10000"/>
                <a:gd name="connsiteX14-4243" fmla="*/ 70 w 10024"/>
                <a:gd name="connsiteY14-4244" fmla="*/ 210 h 10000"/>
                <a:gd name="connsiteX15-4245" fmla="*/ 24 w 10024"/>
                <a:gd name="connsiteY15-4246" fmla="*/ 9476 h 10000"/>
                <a:gd name="connsiteX16-4247" fmla="*/ 273 w 10024"/>
                <a:gd name="connsiteY16-4248" fmla="*/ 10000 h 10000"/>
                <a:gd name="connsiteX17-4249" fmla="*/ 9748 w 10024"/>
                <a:gd name="connsiteY17-4250" fmla="*/ 10000 h 10000"/>
                <a:gd name="connsiteX18-4251" fmla="*/ 10024 w 10024"/>
                <a:gd name="connsiteY18-4252" fmla="*/ 9457 h 10000"/>
                <a:gd name="connsiteX19-4253" fmla="*/ 10024 w 10024"/>
                <a:gd name="connsiteY19-4254" fmla="*/ 0 h 10000"/>
                <a:gd name="connsiteX0-4255" fmla="*/ 10008 w 10008"/>
                <a:gd name="connsiteY0-4256" fmla="*/ 0 h 10000"/>
                <a:gd name="connsiteX1-4257" fmla="*/ 9096 w 10008"/>
                <a:gd name="connsiteY1-4258" fmla="*/ 1250 h 10000"/>
                <a:gd name="connsiteX2-4259" fmla="*/ 8074 w 10008"/>
                <a:gd name="connsiteY2-4260" fmla="*/ 2174 h 10000"/>
                <a:gd name="connsiteX3-4261" fmla="*/ 6942 w 10008"/>
                <a:gd name="connsiteY3-4262" fmla="*/ 2826 h 10000"/>
                <a:gd name="connsiteX4-4263" fmla="*/ 5754 w 10008"/>
                <a:gd name="connsiteY4-4264" fmla="*/ 3152 h 10000"/>
                <a:gd name="connsiteX5-4265" fmla="*/ 5643 w 10008"/>
                <a:gd name="connsiteY5-4266" fmla="*/ 3913 h 10000"/>
                <a:gd name="connsiteX6-4267" fmla="*/ 5395 w 10008"/>
                <a:gd name="connsiteY6-4268" fmla="*/ 4457 h 10000"/>
                <a:gd name="connsiteX7-4269" fmla="*/ 5008 w 10008"/>
                <a:gd name="connsiteY7-4270" fmla="*/ 4620 h 10000"/>
                <a:gd name="connsiteX8-4271" fmla="*/ 4649 w 10008"/>
                <a:gd name="connsiteY8-4272" fmla="*/ 4457 h 10000"/>
                <a:gd name="connsiteX9-4273" fmla="*/ 4400 w 10008"/>
                <a:gd name="connsiteY9-4274" fmla="*/ 3913 h 10000"/>
                <a:gd name="connsiteX10-4275" fmla="*/ 4262 w 10008"/>
                <a:gd name="connsiteY10-4276" fmla="*/ 3152 h 10000"/>
                <a:gd name="connsiteX11-4277" fmla="*/ 3102 w 10008"/>
                <a:gd name="connsiteY11-4278" fmla="*/ 2826 h 10000"/>
                <a:gd name="connsiteX12-4279" fmla="*/ 1997 w 10008"/>
                <a:gd name="connsiteY12-4280" fmla="*/ 2174 h 10000"/>
                <a:gd name="connsiteX13-4281" fmla="*/ 975 w 10008"/>
                <a:gd name="connsiteY13-4282" fmla="*/ 1250 h 10000"/>
                <a:gd name="connsiteX14-4283" fmla="*/ 54 w 10008"/>
                <a:gd name="connsiteY14-4284" fmla="*/ 210 h 10000"/>
                <a:gd name="connsiteX15-4285" fmla="*/ 8 w 10008"/>
                <a:gd name="connsiteY15-4286" fmla="*/ 9476 h 10000"/>
                <a:gd name="connsiteX16-4287" fmla="*/ 257 w 10008"/>
                <a:gd name="connsiteY16-4288" fmla="*/ 10000 h 10000"/>
                <a:gd name="connsiteX17-4289" fmla="*/ 9732 w 10008"/>
                <a:gd name="connsiteY17-4290" fmla="*/ 10000 h 10000"/>
                <a:gd name="connsiteX18-4291" fmla="*/ 10008 w 10008"/>
                <a:gd name="connsiteY18-4292" fmla="*/ 9457 h 10000"/>
                <a:gd name="connsiteX19-4293" fmla="*/ 10008 w 10008"/>
                <a:gd name="connsiteY19-4294" fmla="*/ 0 h 10000"/>
                <a:gd name="connsiteX0-4295" fmla="*/ 10004 w 10004"/>
                <a:gd name="connsiteY0-4296" fmla="*/ 0 h 10000"/>
                <a:gd name="connsiteX1-4297" fmla="*/ 9092 w 10004"/>
                <a:gd name="connsiteY1-4298" fmla="*/ 1250 h 10000"/>
                <a:gd name="connsiteX2-4299" fmla="*/ 8070 w 10004"/>
                <a:gd name="connsiteY2-4300" fmla="*/ 2174 h 10000"/>
                <a:gd name="connsiteX3-4301" fmla="*/ 6938 w 10004"/>
                <a:gd name="connsiteY3-4302" fmla="*/ 2826 h 10000"/>
                <a:gd name="connsiteX4-4303" fmla="*/ 5750 w 10004"/>
                <a:gd name="connsiteY4-4304" fmla="*/ 3152 h 10000"/>
                <a:gd name="connsiteX5-4305" fmla="*/ 5639 w 10004"/>
                <a:gd name="connsiteY5-4306" fmla="*/ 3913 h 10000"/>
                <a:gd name="connsiteX6-4307" fmla="*/ 5391 w 10004"/>
                <a:gd name="connsiteY6-4308" fmla="*/ 4457 h 10000"/>
                <a:gd name="connsiteX7-4309" fmla="*/ 5004 w 10004"/>
                <a:gd name="connsiteY7-4310" fmla="*/ 4620 h 10000"/>
                <a:gd name="connsiteX8-4311" fmla="*/ 4645 w 10004"/>
                <a:gd name="connsiteY8-4312" fmla="*/ 4457 h 10000"/>
                <a:gd name="connsiteX9-4313" fmla="*/ 4396 w 10004"/>
                <a:gd name="connsiteY9-4314" fmla="*/ 3913 h 10000"/>
                <a:gd name="connsiteX10-4315" fmla="*/ 4258 w 10004"/>
                <a:gd name="connsiteY10-4316" fmla="*/ 3152 h 10000"/>
                <a:gd name="connsiteX11-4317" fmla="*/ 3098 w 10004"/>
                <a:gd name="connsiteY11-4318" fmla="*/ 2826 h 10000"/>
                <a:gd name="connsiteX12-4319" fmla="*/ 1993 w 10004"/>
                <a:gd name="connsiteY12-4320" fmla="*/ 2174 h 10000"/>
                <a:gd name="connsiteX13-4321" fmla="*/ 971 w 10004"/>
                <a:gd name="connsiteY13-4322" fmla="*/ 1250 h 10000"/>
                <a:gd name="connsiteX14-4323" fmla="*/ 86 w 10004"/>
                <a:gd name="connsiteY14-4324" fmla="*/ 210 h 10000"/>
                <a:gd name="connsiteX15-4325" fmla="*/ 4 w 10004"/>
                <a:gd name="connsiteY15-4326" fmla="*/ 9476 h 10000"/>
                <a:gd name="connsiteX16-4327" fmla="*/ 253 w 10004"/>
                <a:gd name="connsiteY16-4328" fmla="*/ 10000 h 10000"/>
                <a:gd name="connsiteX17-4329" fmla="*/ 9728 w 10004"/>
                <a:gd name="connsiteY17-4330" fmla="*/ 10000 h 10000"/>
                <a:gd name="connsiteX18-4331" fmla="*/ 10004 w 10004"/>
                <a:gd name="connsiteY18-4332" fmla="*/ 9457 h 10000"/>
                <a:gd name="connsiteX19-4333" fmla="*/ 10004 w 10004"/>
                <a:gd name="connsiteY19-4334" fmla="*/ 0 h 10000"/>
                <a:gd name="connsiteX0-4335" fmla="*/ 10002 w 10002"/>
                <a:gd name="connsiteY0-4336" fmla="*/ 0 h 10000"/>
                <a:gd name="connsiteX1-4337" fmla="*/ 9090 w 10002"/>
                <a:gd name="connsiteY1-4338" fmla="*/ 1250 h 10000"/>
                <a:gd name="connsiteX2-4339" fmla="*/ 8068 w 10002"/>
                <a:gd name="connsiteY2-4340" fmla="*/ 2174 h 10000"/>
                <a:gd name="connsiteX3-4341" fmla="*/ 6936 w 10002"/>
                <a:gd name="connsiteY3-4342" fmla="*/ 2826 h 10000"/>
                <a:gd name="connsiteX4-4343" fmla="*/ 5748 w 10002"/>
                <a:gd name="connsiteY4-4344" fmla="*/ 3152 h 10000"/>
                <a:gd name="connsiteX5-4345" fmla="*/ 5637 w 10002"/>
                <a:gd name="connsiteY5-4346" fmla="*/ 3913 h 10000"/>
                <a:gd name="connsiteX6-4347" fmla="*/ 5389 w 10002"/>
                <a:gd name="connsiteY6-4348" fmla="*/ 4457 h 10000"/>
                <a:gd name="connsiteX7-4349" fmla="*/ 5002 w 10002"/>
                <a:gd name="connsiteY7-4350" fmla="*/ 4620 h 10000"/>
                <a:gd name="connsiteX8-4351" fmla="*/ 4643 w 10002"/>
                <a:gd name="connsiteY8-4352" fmla="*/ 4457 h 10000"/>
                <a:gd name="connsiteX9-4353" fmla="*/ 4394 w 10002"/>
                <a:gd name="connsiteY9-4354" fmla="*/ 3913 h 10000"/>
                <a:gd name="connsiteX10-4355" fmla="*/ 4256 w 10002"/>
                <a:gd name="connsiteY10-4356" fmla="*/ 3152 h 10000"/>
                <a:gd name="connsiteX11-4357" fmla="*/ 3096 w 10002"/>
                <a:gd name="connsiteY11-4358" fmla="*/ 2826 h 10000"/>
                <a:gd name="connsiteX12-4359" fmla="*/ 1991 w 10002"/>
                <a:gd name="connsiteY12-4360" fmla="*/ 2174 h 10000"/>
                <a:gd name="connsiteX13-4361" fmla="*/ 969 w 10002"/>
                <a:gd name="connsiteY13-4362" fmla="*/ 1250 h 10000"/>
                <a:gd name="connsiteX14-4363" fmla="*/ 84 w 10002"/>
                <a:gd name="connsiteY14-4364" fmla="*/ 210 h 10000"/>
                <a:gd name="connsiteX15-4365" fmla="*/ 2 w 10002"/>
                <a:gd name="connsiteY15-4366" fmla="*/ 9476 h 10000"/>
                <a:gd name="connsiteX16-4367" fmla="*/ 251 w 10002"/>
                <a:gd name="connsiteY16-4368" fmla="*/ 10000 h 10000"/>
                <a:gd name="connsiteX17-4369" fmla="*/ 9726 w 10002"/>
                <a:gd name="connsiteY17-4370" fmla="*/ 10000 h 10000"/>
                <a:gd name="connsiteX18-4371" fmla="*/ 10002 w 10002"/>
                <a:gd name="connsiteY18-4372" fmla="*/ 9457 h 10000"/>
                <a:gd name="connsiteX19-4373" fmla="*/ 10002 w 10002"/>
                <a:gd name="connsiteY19-4374" fmla="*/ 0 h 10000"/>
                <a:gd name="connsiteX0-4375" fmla="*/ 10000 w 10000"/>
                <a:gd name="connsiteY0-4376" fmla="*/ 0 h 10000"/>
                <a:gd name="connsiteX1-4377" fmla="*/ 9088 w 10000"/>
                <a:gd name="connsiteY1-4378" fmla="*/ 1250 h 10000"/>
                <a:gd name="connsiteX2-4379" fmla="*/ 8066 w 10000"/>
                <a:gd name="connsiteY2-4380" fmla="*/ 2174 h 10000"/>
                <a:gd name="connsiteX3-4381" fmla="*/ 6934 w 10000"/>
                <a:gd name="connsiteY3-4382" fmla="*/ 2826 h 10000"/>
                <a:gd name="connsiteX4-4383" fmla="*/ 5746 w 10000"/>
                <a:gd name="connsiteY4-4384" fmla="*/ 3152 h 10000"/>
                <a:gd name="connsiteX5-4385" fmla="*/ 5635 w 10000"/>
                <a:gd name="connsiteY5-4386" fmla="*/ 3913 h 10000"/>
                <a:gd name="connsiteX6-4387" fmla="*/ 5387 w 10000"/>
                <a:gd name="connsiteY6-4388" fmla="*/ 4457 h 10000"/>
                <a:gd name="connsiteX7-4389" fmla="*/ 5000 w 10000"/>
                <a:gd name="connsiteY7-4390" fmla="*/ 4620 h 10000"/>
                <a:gd name="connsiteX8-4391" fmla="*/ 4641 w 10000"/>
                <a:gd name="connsiteY8-4392" fmla="*/ 4457 h 10000"/>
                <a:gd name="connsiteX9-4393" fmla="*/ 4392 w 10000"/>
                <a:gd name="connsiteY9-4394" fmla="*/ 3913 h 10000"/>
                <a:gd name="connsiteX10-4395" fmla="*/ 4254 w 10000"/>
                <a:gd name="connsiteY10-4396" fmla="*/ 3152 h 10000"/>
                <a:gd name="connsiteX11-4397" fmla="*/ 3094 w 10000"/>
                <a:gd name="connsiteY11-4398" fmla="*/ 2826 h 10000"/>
                <a:gd name="connsiteX12-4399" fmla="*/ 1989 w 10000"/>
                <a:gd name="connsiteY12-4400" fmla="*/ 2174 h 10000"/>
                <a:gd name="connsiteX13-4401" fmla="*/ 967 w 10000"/>
                <a:gd name="connsiteY13-4402" fmla="*/ 1250 h 10000"/>
                <a:gd name="connsiteX14-4403" fmla="*/ 82 w 10000"/>
                <a:gd name="connsiteY14-4404" fmla="*/ 210 h 10000"/>
                <a:gd name="connsiteX15-4405" fmla="*/ 0 w 10000"/>
                <a:gd name="connsiteY15-4406" fmla="*/ 9476 h 10000"/>
                <a:gd name="connsiteX16-4407" fmla="*/ 249 w 10000"/>
                <a:gd name="connsiteY16-4408" fmla="*/ 10000 h 10000"/>
                <a:gd name="connsiteX17-4409" fmla="*/ 9724 w 10000"/>
                <a:gd name="connsiteY17-4410" fmla="*/ 10000 h 10000"/>
                <a:gd name="connsiteX18-4411" fmla="*/ 10000 w 10000"/>
                <a:gd name="connsiteY18-4412" fmla="*/ 9457 h 10000"/>
                <a:gd name="connsiteX19-4413" fmla="*/ 10000 w 10000"/>
                <a:gd name="connsiteY19-4414" fmla="*/ 0 h 10000"/>
                <a:gd name="connsiteX0-4415" fmla="*/ 10010 w 10010"/>
                <a:gd name="connsiteY0-4416" fmla="*/ 0 h 10000"/>
                <a:gd name="connsiteX1-4417" fmla="*/ 9098 w 10010"/>
                <a:gd name="connsiteY1-4418" fmla="*/ 1250 h 10000"/>
                <a:gd name="connsiteX2-4419" fmla="*/ 8076 w 10010"/>
                <a:gd name="connsiteY2-4420" fmla="*/ 2174 h 10000"/>
                <a:gd name="connsiteX3-4421" fmla="*/ 6944 w 10010"/>
                <a:gd name="connsiteY3-4422" fmla="*/ 2826 h 10000"/>
                <a:gd name="connsiteX4-4423" fmla="*/ 5756 w 10010"/>
                <a:gd name="connsiteY4-4424" fmla="*/ 3152 h 10000"/>
                <a:gd name="connsiteX5-4425" fmla="*/ 5645 w 10010"/>
                <a:gd name="connsiteY5-4426" fmla="*/ 3913 h 10000"/>
                <a:gd name="connsiteX6-4427" fmla="*/ 5397 w 10010"/>
                <a:gd name="connsiteY6-4428" fmla="*/ 4457 h 10000"/>
                <a:gd name="connsiteX7-4429" fmla="*/ 5010 w 10010"/>
                <a:gd name="connsiteY7-4430" fmla="*/ 4620 h 10000"/>
                <a:gd name="connsiteX8-4431" fmla="*/ 4651 w 10010"/>
                <a:gd name="connsiteY8-4432" fmla="*/ 4457 h 10000"/>
                <a:gd name="connsiteX9-4433" fmla="*/ 4402 w 10010"/>
                <a:gd name="connsiteY9-4434" fmla="*/ 3913 h 10000"/>
                <a:gd name="connsiteX10-4435" fmla="*/ 4264 w 10010"/>
                <a:gd name="connsiteY10-4436" fmla="*/ 3152 h 10000"/>
                <a:gd name="connsiteX11-4437" fmla="*/ 3104 w 10010"/>
                <a:gd name="connsiteY11-4438" fmla="*/ 2826 h 10000"/>
                <a:gd name="connsiteX12-4439" fmla="*/ 1999 w 10010"/>
                <a:gd name="connsiteY12-4440" fmla="*/ 2174 h 10000"/>
                <a:gd name="connsiteX13-4441" fmla="*/ 977 w 10010"/>
                <a:gd name="connsiteY13-4442" fmla="*/ 1250 h 10000"/>
                <a:gd name="connsiteX14-4443" fmla="*/ 92 w 10010"/>
                <a:gd name="connsiteY14-4444" fmla="*/ 210 h 10000"/>
                <a:gd name="connsiteX15-4445" fmla="*/ 10 w 10010"/>
                <a:gd name="connsiteY15-4446" fmla="*/ 9476 h 10000"/>
                <a:gd name="connsiteX16-4447" fmla="*/ 259 w 10010"/>
                <a:gd name="connsiteY16-4448" fmla="*/ 10000 h 10000"/>
                <a:gd name="connsiteX17-4449" fmla="*/ 9734 w 10010"/>
                <a:gd name="connsiteY17-4450" fmla="*/ 10000 h 10000"/>
                <a:gd name="connsiteX18-4451" fmla="*/ 10010 w 10010"/>
                <a:gd name="connsiteY18-4452" fmla="*/ 9457 h 10000"/>
                <a:gd name="connsiteX19-4453" fmla="*/ 10010 w 10010"/>
                <a:gd name="connsiteY19-4454" fmla="*/ 0 h 10000"/>
                <a:gd name="connsiteX0-4455" fmla="*/ 10009 w 10009"/>
                <a:gd name="connsiteY0-4456" fmla="*/ 0 h 10000"/>
                <a:gd name="connsiteX1-4457" fmla="*/ 9097 w 10009"/>
                <a:gd name="connsiteY1-4458" fmla="*/ 1250 h 10000"/>
                <a:gd name="connsiteX2-4459" fmla="*/ 8075 w 10009"/>
                <a:gd name="connsiteY2-4460" fmla="*/ 2174 h 10000"/>
                <a:gd name="connsiteX3-4461" fmla="*/ 6943 w 10009"/>
                <a:gd name="connsiteY3-4462" fmla="*/ 2826 h 10000"/>
                <a:gd name="connsiteX4-4463" fmla="*/ 5755 w 10009"/>
                <a:gd name="connsiteY4-4464" fmla="*/ 3152 h 10000"/>
                <a:gd name="connsiteX5-4465" fmla="*/ 5644 w 10009"/>
                <a:gd name="connsiteY5-4466" fmla="*/ 3913 h 10000"/>
                <a:gd name="connsiteX6-4467" fmla="*/ 5396 w 10009"/>
                <a:gd name="connsiteY6-4468" fmla="*/ 4457 h 10000"/>
                <a:gd name="connsiteX7-4469" fmla="*/ 5009 w 10009"/>
                <a:gd name="connsiteY7-4470" fmla="*/ 4620 h 10000"/>
                <a:gd name="connsiteX8-4471" fmla="*/ 4650 w 10009"/>
                <a:gd name="connsiteY8-4472" fmla="*/ 4457 h 10000"/>
                <a:gd name="connsiteX9-4473" fmla="*/ 4401 w 10009"/>
                <a:gd name="connsiteY9-4474" fmla="*/ 3913 h 10000"/>
                <a:gd name="connsiteX10-4475" fmla="*/ 4263 w 10009"/>
                <a:gd name="connsiteY10-4476" fmla="*/ 3152 h 10000"/>
                <a:gd name="connsiteX11-4477" fmla="*/ 3103 w 10009"/>
                <a:gd name="connsiteY11-4478" fmla="*/ 2826 h 10000"/>
                <a:gd name="connsiteX12-4479" fmla="*/ 1998 w 10009"/>
                <a:gd name="connsiteY12-4480" fmla="*/ 2174 h 10000"/>
                <a:gd name="connsiteX13-4481" fmla="*/ 976 w 10009"/>
                <a:gd name="connsiteY13-4482" fmla="*/ 1250 h 10000"/>
                <a:gd name="connsiteX14-4483" fmla="*/ 127 w 10009"/>
                <a:gd name="connsiteY14-4484" fmla="*/ 210 h 10000"/>
                <a:gd name="connsiteX15-4485" fmla="*/ 9 w 10009"/>
                <a:gd name="connsiteY15-4486" fmla="*/ 9476 h 10000"/>
                <a:gd name="connsiteX16-4487" fmla="*/ 258 w 10009"/>
                <a:gd name="connsiteY16-4488" fmla="*/ 10000 h 10000"/>
                <a:gd name="connsiteX17-4489" fmla="*/ 9733 w 10009"/>
                <a:gd name="connsiteY17-4490" fmla="*/ 10000 h 10000"/>
                <a:gd name="connsiteX18-4491" fmla="*/ 10009 w 10009"/>
                <a:gd name="connsiteY18-4492" fmla="*/ 9457 h 10000"/>
                <a:gd name="connsiteX19-4493" fmla="*/ 10009 w 10009"/>
                <a:gd name="connsiteY19-4494" fmla="*/ 0 h 10000"/>
                <a:gd name="connsiteX0-4495" fmla="*/ 10008 w 10008"/>
                <a:gd name="connsiteY0-4496" fmla="*/ 0 h 10000"/>
                <a:gd name="connsiteX1-4497" fmla="*/ 9096 w 10008"/>
                <a:gd name="connsiteY1-4498" fmla="*/ 1250 h 10000"/>
                <a:gd name="connsiteX2-4499" fmla="*/ 8074 w 10008"/>
                <a:gd name="connsiteY2-4500" fmla="*/ 2174 h 10000"/>
                <a:gd name="connsiteX3-4501" fmla="*/ 6942 w 10008"/>
                <a:gd name="connsiteY3-4502" fmla="*/ 2826 h 10000"/>
                <a:gd name="connsiteX4-4503" fmla="*/ 5754 w 10008"/>
                <a:gd name="connsiteY4-4504" fmla="*/ 3152 h 10000"/>
                <a:gd name="connsiteX5-4505" fmla="*/ 5643 w 10008"/>
                <a:gd name="connsiteY5-4506" fmla="*/ 3913 h 10000"/>
                <a:gd name="connsiteX6-4507" fmla="*/ 5395 w 10008"/>
                <a:gd name="connsiteY6-4508" fmla="*/ 4457 h 10000"/>
                <a:gd name="connsiteX7-4509" fmla="*/ 5008 w 10008"/>
                <a:gd name="connsiteY7-4510" fmla="*/ 4620 h 10000"/>
                <a:gd name="connsiteX8-4511" fmla="*/ 4649 w 10008"/>
                <a:gd name="connsiteY8-4512" fmla="*/ 4457 h 10000"/>
                <a:gd name="connsiteX9-4513" fmla="*/ 4400 w 10008"/>
                <a:gd name="connsiteY9-4514" fmla="*/ 3913 h 10000"/>
                <a:gd name="connsiteX10-4515" fmla="*/ 4262 w 10008"/>
                <a:gd name="connsiteY10-4516" fmla="*/ 3152 h 10000"/>
                <a:gd name="connsiteX11-4517" fmla="*/ 3102 w 10008"/>
                <a:gd name="connsiteY11-4518" fmla="*/ 2826 h 10000"/>
                <a:gd name="connsiteX12-4519" fmla="*/ 1997 w 10008"/>
                <a:gd name="connsiteY12-4520" fmla="*/ 2174 h 10000"/>
                <a:gd name="connsiteX13-4521" fmla="*/ 975 w 10008"/>
                <a:gd name="connsiteY13-4522" fmla="*/ 1250 h 10000"/>
                <a:gd name="connsiteX14-4523" fmla="*/ 179 w 10008"/>
                <a:gd name="connsiteY14-4524" fmla="*/ 245 h 10000"/>
                <a:gd name="connsiteX15-4525" fmla="*/ 8 w 10008"/>
                <a:gd name="connsiteY15-4526" fmla="*/ 9476 h 10000"/>
                <a:gd name="connsiteX16-4527" fmla="*/ 257 w 10008"/>
                <a:gd name="connsiteY16-4528" fmla="*/ 10000 h 10000"/>
                <a:gd name="connsiteX17-4529" fmla="*/ 9732 w 10008"/>
                <a:gd name="connsiteY17-4530" fmla="*/ 10000 h 10000"/>
                <a:gd name="connsiteX18-4531" fmla="*/ 10008 w 10008"/>
                <a:gd name="connsiteY18-4532" fmla="*/ 9457 h 10000"/>
                <a:gd name="connsiteX19-4533" fmla="*/ 10008 w 10008"/>
                <a:gd name="connsiteY19-4534" fmla="*/ 0 h 10000"/>
                <a:gd name="connsiteX0-4535" fmla="*/ 10008 w 10008"/>
                <a:gd name="connsiteY0-4536" fmla="*/ 0 h 10000"/>
                <a:gd name="connsiteX1-4537" fmla="*/ 9096 w 10008"/>
                <a:gd name="connsiteY1-4538" fmla="*/ 1250 h 10000"/>
                <a:gd name="connsiteX2-4539" fmla="*/ 8074 w 10008"/>
                <a:gd name="connsiteY2-4540" fmla="*/ 2174 h 10000"/>
                <a:gd name="connsiteX3-4541" fmla="*/ 6942 w 10008"/>
                <a:gd name="connsiteY3-4542" fmla="*/ 2826 h 10000"/>
                <a:gd name="connsiteX4-4543" fmla="*/ 5754 w 10008"/>
                <a:gd name="connsiteY4-4544" fmla="*/ 3152 h 10000"/>
                <a:gd name="connsiteX5-4545" fmla="*/ 5643 w 10008"/>
                <a:gd name="connsiteY5-4546" fmla="*/ 3913 h 10000"/>
                <a:gd name="connsiteX6-4547" fmla="*/ 5395 w 10008"/>
                <a:gd name="connsiteY6-4548" fmla="*/ 4457 h 10000"/>
                <a:gd name="connsiteX7-4549" fmla="*/ 5008 w 10008"/>
                <a:gd name="connsiteY7-4550" fmla="*/ 4620 h 10000"/>
                <a:gd name="connsiteX8-4551" fmla="*/ 4649 w 10008"/>
                <a:gd name="connsiteY8-4552" fmla="*/ 4457 h 10000"/>
                <a:gd name="connsiteX9-4553" fmla="*/ 4400 w 10008"/>
                <a:gd name="connsiteY9-4554" fmla="*/ 3913 h 10000"/>
                <a:gd name="connsiteX10-4555" fmla="*/ 4262 w 10008"/>
                <a:gd name="connsiteY10-4556" fmla="*/ 3152 h 10000"/>
                <a:gd name="connsiteX11-4557" fmla="*/ 3102 w 10008"/>
                <a:gd name="connsiteY11-4558" fmla="*/ 2826 h 10000"/>
                <a:gd name="connsiteX12-4559" fmla="*/ 1997 w 10008"/>
                <a:gd name="connsiteY12-4560" fmla="*/ 2174 h 10000"/>
                <a:gd name="connsiteX13-4561" fmla="*/ 975 w 10008"/>
                <a:gd name="connsiteY13-4562" fmla="*/ 1250 h 10000"/>
                <a:gd name="connsiteX14-4563" fmla="*/ 126 w 10008"/>
                <a:gd name="connsiteY14-4564" fmla="*/ 350 h 10000"/>
                <a:gd name="connsiteX15-4565" fmla="*/ 8 w 10008"/>
                <a:gd name="connsiteY15-4566" fmla="*/ 9476 h 10000"/>
                <a:gd name="connsiteX16-4567" fmla="*/ 257 w 10008"/>
                <a:gd name="connsiteY16-4568" fmla="*/ 10000 h 10000"/>
                <a:gd name="connsiteX17-4569" fmla="*/ 9732 w 10008"/>
                <a:gd name="connsiteY17-4570" fmla="*/ 10000 h 10000"/>
                <a:gd name="connsiteX18-4571" fmla="*/ 10008 w 10008"/>
                <a:gd name="connsiteY18-4572" fmla="*/ 9457 h 10000"/>
                <a:gd name="connsiteX19-4573" fmla="*/ 10008 w 10008"/>
                <a:gd name="connsiteY19-4574" fmla="*/ 0 h 10000"/>
                <a:gd name="connsiteX0-4575" fmla="*/ 10008 w 10008"/>
                <a:gd name="connsiteY0-4576" fmla="*/ 0 h 10000"/>
                <a:gd name="connsiteX1-4577" fmla="*/ 9096 w 10008"/>
                <a:gd name="connsiteY1-4578" fmla="*/ 1250 h 10000"/>
                <a:gd name="connsiteX2-4579" fmla="*/ 8074 w 10008"/>
                <a:gd name="connsiteY2-4580" fmla="*/ 2174 h 10000"/>
                <a:gd name="connsiteX3-4581" fmla="*/ 6942 w 10008"/>
                <a:gd name="connsiteY3-4582" fmla="*/ 2826 h 10000"/>
                <a:gd name="connsiteX4-4583" fmla="*/ 5754 w 10008"/>
                <a:gd name="connsiteY4-4584" fmla="*/ 3152 h 10000"/>
                <a:gd name="connsiteX5-4585" fmla="*/ 5643 w 10008"/>
                <a:gd name="connsiteY5-4586" fmla="*/ 3913 h 10000"/>
                <a:gd name="connsiteX6-4587" fmla="*/ 5395 w 10008"/>
                <a:gd name="connsiteY6-4588" fmla="*/ 4457 h 10000"/>
                <a:gd name="connsiteX7-4589" fmla="*/ 5008 w 10008"/>
                <a:gd name="connsiteY7-4590" fmla="*/ 4620 h 10000"/>
                <a:gd name="connsiteX8-4591" fmla="*/ 4649 w 10008"/>
                <a:gd name="connsiteY8-4592" fmla="*/ 4457 h 10000"/>
                <a:gd name="connsiteX9-4593" fmla="*/ 4400 w 10008"/>
                <a:gd name="connsiteY9-4594" fmla="*/ 3913 h 10000"/>
                <a:gd name="connsiteX10-4595" fmla="*/ 4262 w 10008"/>
                <a:gd name="connsiteY10-4596" fmla="*/ 3152 h 10000"/>
                <a:gd name="connsiteX11-4597" fmla="*/ 3102 w 10008"/>
                <a:gd name="connsiteY11-4598" fmla="*/ 2826 h 10000"/>
                <a:gd name="connsiteX12-4599" fmla="*/ 1997 w 10008"/>
                <a:gd name="connsiteY12-4600" fmla="*/ 2174 h 10000"/>
                <a:gd name="connsiteX13-4601" fmla="*/ 975 w 10008"/>
                <a:gd name="connsiteY13-4602" fmla="*/ 1250 h 10000"/>
                <a:gd name="connsiteX14-4603" fmla="*/ 126 w 10008"/>
                <a:gd name="connsiteY14-4604" fmla="*/ 350 h 10000"/>
                <a:gd name="connsiteX15-4605" fmla="*/ 8 w 10008"/>
                <a:gd name="connsiteY15-4606" fmla="*/ 9476 h 10000"/>
                <a:gd name="connsiteX16-4607" fmla="*/ 257 w 10008"/>
                <a:gd name="connsiteY16-4608" fmla="*/ 10000 h 10000"/>
                <a:gd name="connsiteX17-4609" fmla="*/ 9732 w 10008"/>
                <a:gd name="connsiteY17-4610" fmla="*/ 10000 h 10000"/>
                <a:gd name="connsiteX18-4611" fmla="*/ 10008 w 10008"/>
                <a:gd name="connsiteY18-4612" fmla="*/ 9457 h 10000"/>
                <a:gd name="connsiteX19-4613" fmla="*/ 10008 w 10008"/>
                <a:gd name="connsiteY19-4614" fmla="*/ 0 h 10000"/>
                <a:gd name="connsiteX0-4615" fmla="*/ 10011 w 10011"/>
                <a:gd name="connsiteY0-4616" fmla="*/ 0 h 10000"/>
                <a:gd name="connsiteX1-4617" fmla="*/ 9099 w 10011"/>
                <a:gd name="connsiteY1-4618" fmla="*/ 1250 h 10000"/>
                <a:gd name="connsiteX2-4619" fmla="*/ 8077 w 10011"/>
                <a:gd name="connsiteY2-4620" fmla="*/ 2174 h 10000"/>
                <a:gd name="connsiteX3-4621" fmla="*/ 6945 w 10011"/>
                <a:gd name="connsiteY3-4622" fmla="*/ 2826 h 10000"/>
                <a:gd name="connsiteX4-4623" fmla="*/ 5757 w 10011"/>
                <a:gd name="connsiteY4-4624" fmla="*/ 3152 h 10000"/>
                <a:gd name="connsiteX5-4625" fmla="*/ 5646 w 10011"/>
                <a:gd name="connsiteY5-4626" fmla="*/ 3913 h 10000"/>
                <a:gd name="connsiteX6-4627" fmla="*/ 5398 w 10011"/>
                <a:gd name="connsiteY6-4628" fmla="*/ 4457 h 10000"/>
                <a:gd name="connsiteX7-4629" fmla="*/ 5011 w 10011"/>
                <a:gd name="connsiteY7-4630" fmla="*/ 4620 h 10000"/>
                <a:gd name="connsiteX8-4631" fmla="*/ 4652 w 10011"/>
                <a:gd name="connsiteY8-4632" fmla="*/ 4457 h 10000"/>
                <a:gd name="connsiteX9-4633" fmla="*/ 4403 w 10011"/>
                <a:gd name="connsiteY9-4634" fmla="*/ 3913 h 10000"/>
                <a:gd name="connsiteX10-4635" fmla="*/ 4265 w 10011"/>
                <a:gd name="connsiteY10-4636" fmla="*/ 3152 h 10000"/>
                <a:gd name="connsiteX11-4637" fmla="*/ 3105 w 10011"/>
                <a:gd name="connsiteY11-4638" fmla="*/ 2826 h 10000"/>
                <a:gd name="connsiteX12-4639" fmla="*/ 2000 w 10011"/>
                <a:gd name="connsiteY12-4640" fmla="*/ 2174 h 10000"/>
                <a:gd name="connsiteX13-4641" fmla="*/ 978 w 10011"/>
                <a:gd name="connsiteY13-4642" fmla="*/ 1250 h 10000"/>
                <a:gd name="connsiteX14-4643" fmla="*/ 129 w 10011"/>
                <a:gd name="connsiteY14-4644" fmla="*/ 350 h 10000"/>
                <a:gd name="connsiteX15-4645" fmla="*/ 11 w 10011"/>
                <a:gd name="connsiteY15-4646" fmla="*/ 9476 h 10000"/>
                <a:gd name="connsiteX16-4647" fmla="*/ 260 w 10011"/>
                <a:gd name="connsiteY16-4648" fmla="*/ 10000 h 10000"/>
                <a:gd name="connsiteX17-4649" fmla="*/ 9735 w 10011"/>
                <a:gd name="connsiteY17-4650" fmla="*/ 10000 h 10000"/>
                <a:gd name="connsiteX18-4651" fmla="*/ 10011 w 10011"/>
                <a:gd name="connsiteY18-4652" fmla="*/ 9457 h 10000"/>
                <a:gd name="connsiteX19-4653" fmla="*/ 10011 w 10011"/>
                <a:gd name="connsiteY19-4654" fmla="*/ 0 h 10000"/>
                <a:gd name="connsiteX0-4655" fmla="*/ 10000 w 10000"/>
                <a:gd name="connsiteY0-4656" fmla="*/ 0 h 10000"/>
                <a:gd name="connsiteX1-4657" fmla="*/ 9088 w 10000"/>
                <a:gd name="connsiteY1-4658" fmla="*/ 1250 h 10000"/>
                <a:gd name="connsiteX2-4659" fmla="*/ 8066 w 10000"/>
                <a:gd name="connsiteY2-4660" fmla="*/ 2174 h 10000"/>
                <a:gd name="connsiteX3-4661" fmla="*/ 6934 w 10000"/>
                <a:gd name="connsiteY3-4662" fmla="*/ 2826 h 10000"/>
                <a:gd name="connsiteX4-4663" fmla="*/ 5746 w 10000"/>
                <a:gd name="connsiteY4-4664" fmla="*/ 3152 h 10000"/>
                <a:gd name="connsiteX5-4665" fmla="*/ 5635 w 10000"/>
                <a:gd name="connsiteY5-4666" fmla="*/ 3913 h 10000"/>
                <a:gd name="connsiteX6-4667" fmla="*/ 5387 w 10000"/>
                <a:gd name="connsiteY6-4668" fmla="*/ 4457 h 10000"/>
                <a:gd name="connsiteX7-4669" fmla="*/ 5000 w 10000"/>
                <a:gd name="connsiteY7-4670" fmla="*/ 4620 h 10000"/>
                <a:gd name="connsiteX8-4671" fmla="*/ 4641 w 10000"/>
                <a:gd name="connsiteY8-4672" fmla="*/ 4457 h 10000"/>
                <a:gd name="connsiteX9-4673" fmla="*/ 4392 w 10000"/>
                <a:gd name="connsiteY9-4674" fmla="*/ 3913 h 10000"/>
                <a:gd name="connsiteX10-4675" fmla="*/ 4254 w 10000"/>
                <a:gd name="connsiteY10-4676" fmla="*/ 3152 h 10000"/>
                <a:gd name="connsiteX11-4677" fmla="*/ 3094 w 10000"/>
                <a:gd name="connsiteY11-4678" fmla="*/ 2826 h 10000"/>
                <a:gd name="connsiteX12-4679" fmla="*/ 1989 w 10000"/>
                <a:gd name="connsiteY12-4680" fmla="*/ 2174 h 10000"/>
                <a:gd name="connsiteX13-4681" fmla="*/ 967 w 10000"/>
                <a:gd name="connsiteY13-4682" fmla="*/ 1250 h 10000"/>
                <a:gd name="connsiteX14-4683" fmla="*/ 118 w 10000"/>
                <a:gd name="connsiteY14-4684" fmla="*/ 350 h 10000"/>
                <a:gd name="connsiteX15-4685" fmla="*/ 0 w 10000"/>
                <a:gd name="connsiteY15-4686" fmla="*/ 9476 h 10000"/>
                <a:gd name="connsiteX16-4687" fmla="*/ 249 w 10000"/>
                <a:gd name="connsiteY16-4688" fmla="*/ 10000 h 10000"/>
                <a:gd name="connsiteX17-4689" fmla="*/ 9724 w 10000"/>
                <a:gd name="connsiteY17-4690" fmla="*/ 10000 h 10000"/>
                <a:gd name="connsiteX18-4691" fmla="*/ 10000 w 10000"/>
                <a:gd name="connsiteY18-4692" fmla="*/ 9457 h 10000"/>
                <a:gd name="connsiteX19-4693" fmla="*/ 10000 w 10000"/>
                <a:gd name="connsiteY19-4694" fmla="*/ 0 h 10000"/>
                <a:gd name="connsiteX0-4695" fmla="*/ 10018 w 10018"/>
                <a:gd name="connsiteY0-4696" fmla="*/ 0 h 10000"/>
                <a:gd name="connsiteX1-4697" fmla="*/ 9106 w 10018"/>
                <a:gd name="connsiteY1-4698" fmla="*/ 1250 h 10000"/>
                <a:gd name="connsiteX2-4699" fmla="*/ 8084 w 10018"/>
                <a:gd name="connsiteY2-4700" fmla="*/ 2174 h 10000"/>
                <a:gd name="connsiteX3-4701" fmla="*/ 6952 w 10018"/>
                <a:gd name="connsiteY3-4702" fmla="*/ 2826 h 10000"/>
                <a:gd name="connsiteX4-4703" fmla="*/ 5764 w 10018"/>
                <a:gd name="connsiteY4-4704" fmla="*/ 3152 h 10000"/>
                <a:gd name="connsiteX5-4705" fmla="*/ 5653 w 10018"/>
                <a:gd name="connsiteY5-4706" fmla="*/ 3913 h 10000"/>
                <a:gd name="connsiteX6-4707" fmla="*/ 5405 w 10018"/>
                <a:gd name="connsiteY6-4708" fmla="*/ 4457 h 10000"/>
                <a:gd name="connsiteX7-4709" fmla="*/ 5018 w 10018"/>
                <a:gd name="connsiteY7-4710" fmla="*/ 4620 h 10000"/>
                <a:gd name="connsiteX8-4711" fmla="*/ 4659 w 10018"/>
                <a:gd name="connsiteY8-4712" fmla="*/ 4457 h 10000"/>
                <a:gd name="connsiteX9-4713" fmla="*/ 4410 w 10018"/>
                <a:gd name="connsiteY9-4714" fmla="*/ 3913 h 10000"/>
                <a:gd name="connsiteX10-4715" fmla="*/ 4272 w 10018"/>
                <a:gd name="connsiteY10-4716" fmla="*/ 3152 h 10000"/>
                <a:gd name="connsiteX11-4717" fmla="*/ 3112 w 10018"/>
                <a:gd name="connsiteY11-4718" fmla="*/ 2826 h 10000"/>
                <a:gd name="connsiteX12-4719" fmla="*/ 2007 w 10018"/>
                <a:gd name="connsiteY12-4720" fmla="*/ 2174 h 10000"/>
                <a:gd name="connsiteX13-4721" fmla="*/ 985 w 10018"/>
                <a:gd name="connsiteY13-4722" fmla="*/ 1250 h 10000"/>
                <a:gd name="connsiteX14-4723" fmla="*/ 136 w 10018"/>
                <a:gd name="connsiteY14-4724" fmla="*/ 350 h 10000"/>
                <a:gd name="connsiteX15-4725" fmla="*/ 0 w 10018"/>
                <a:gd name="connsiteY15-4726" fmla="*/ 9441 h 10000"/>
                <a:gd name="connsiteX16-4727" fmla="*/ 267 w 10018"/>
                <a:gd name="connsiteY16-4728" fmla="*/ 10000 h 10000"/>
                <a:gd name="connsiteX17-4729" fmla="*/ 9742 w 10018"/>
                <a:gd name="connsiteY17-4730" fmla="*/ 10000 h 10000"/>
                <a:gd name="connsiteX18-4731" fmla="*/ 10018 w 10018"/>
                <a:gd name="connsiteY18-4732" fmla="*/ 9457 h 10000"/>
                <a:gd name="connsiteX19-4733" fmla="*/ 10018 w 10018"/>
                <a:gd name="connsiteY19-4734" fmla="*/ 0 h 10000"/>
                <a:gd name="connsiteX0-4735" fmla="*/ 10018 w 10018"/>
                <a:gd name="connsiteY0-4736" fmla="*/ 0 h 10000"/>
                <a:gd name="connsiteX1-4737" fmla="*/ 9106 w 10018"/>
                <a:gd name="connsiteY1-4738" fmla="*/ 1250 h 10000"/>
                <a:gd name="connsiteX2-4739" fmla="*/ 8084 w 10018"/>
                <a:gd name="connsiteY2-4740" fmla="*/ 2174 h 10000"/>
                <a:gd name="connsiteX3-4741" fmla="*/ 6952 w 10018"/>
                <a:gd name="connsiteY3-4742" fmla="*/ 2826 h 10000"/>
                <a:gd name="connsiteX4-4743" fmla="*/ 5764 w 10018"/>
                <a:gd name="connsiteY4-4744" fmla="*/ 3152 h 10000"/>
                <a:gd name="connsiteX5-4745" fmla="*/ 5653 w 10018"/>
                <a:gd name="connsiteY5-4746" fmla="*/ 3913 h 10000"/>
                <a:gd name="connsiteX6-4747" fmla="*/ 5405 w 10018"/>
                <a:gd name="connsiteY6-4748" fmla="*/ 4457 h 10000"/>
                <a:gd name="connsiteX7-4749" fmla="*/ 5018 w 10018"/>
                <a:gd name="connsiteY7-4750" fmla="*/ 4620 h 10000"/>
                <a:gd name="connsiteX8-4751" fmla="*/ 4659 w 10018"/>
                <a:gd name="connsiteY8-4752" fmla="*/ 4457 h 10000"/>
                <a:gd name="connsiteX9-4753" fmla="*/ 4410 w 10018"/>
                <a:gd name="connsiteY9-4754" fmla="*/ 3913 h 10000"/>
                <a:gd name="connsiteX10-4755" fmla="*/ 4272 w 10018"/>
                <a:gd name="connsiteY10-4756" fmla="*/ 3152 h 10000"/>
                <a:gd name="connsiteX11-4757" fmla="*/ 3112 w 10018"/>
                <a:gd name="connsiteY11-4758" fmla="*/ 2826 h 10000"/>
                <a:gd name="connsiteX12-4759" fmla="*/ 2007 w 10018"/>
                <a:gd name="connsiteY12-4760" fmla="*/ 2174 h 10000"/>
                <a:gd name="connsiteX13-4761" fmla="*/ 985 w 10018"/>
                <a:gd name="connsiteY13-4762" fmla="*/ 1250 h 10000"/>
                <a:gd name="connsiteX14-4763" fmla="*/ 136 w 10018"/>
                <a:gd name="connsiteY14-4764" fmla="*/ 350 h 10000"/>
                <a:gd name="connsiteX15-4765" fmla="*/ 0 w 10018"/>
                <a:gd name="connsiteY15-4766" fmla="*/ 9441 h 10000"/>
                <a:gd name="connsiteX16-4767" fmla="*/ 267 w 10018"/>
                <a:gd name="connsiteY16-4768" fmla="*/ 10000 h 10000"/>
                <a:gd name="connsiteX17-4769" fmla="*/ 9742 w 10018"/>
                <a:gd name="connsiteY17-4770" fmla="*/ 10000 h 10000"/>
                <a:gd name="connsiteX18-4771" fmla="*/ 10018 w 10018"/>
                <a:gd name="connsiteY18-4772" fmla="*/ 9457 h 10000"/>
                <a:gd name="connsiteX19-4773" fmla="*/ 10018 w 10018"/>
                <a:gd name="connsiteY19-4774" fmla="*/ 0 h 10000"/>
                <a:gd name="connsiteX0-4775" fmla="*/ 10018 w 10018"/>
                <a:gd name="connsiteY0-4776" fmla="*/ 0 h 10000"/>
                <a:gd name="connsiteX1-4777" fmla="*/ 9106 w 10018"/>
                <a:gd name="connsiteY1-4778" fmla="*/ 1250 h 10000"/>
                <a:gd name="connsiteX2-4779" fmla="*/ 8084 w 10018"/>
                <a:gd name="connsiteY2-4780" fmla="*/ 2174 h 10000"/>
                <a:gd name="connsiteX3-4781" fmla="*/ 6952 w 10018"/>
                <a:gd name="connsiteY3-4782" fmla="*/ 2826 h 10000"/>
                <a:gd name="connsiteX4-4783" fmla="*/ 5764 w 10018"/>
                <a:gd name="connsiteY4-4784" fmla="*/ 3152 h 10000"/>
                <a:gd name="connsiteX5-4785" fmla="*/ 5653 w 10018"/>
                <a:gd name="connsiteY5-4786" fmla="*/ 3913 h 10000"/>
                <a:gd name="connsiteX6-4787" fmla="*/ 5405 w 10018"/>
                <a:gd name="connsiteY6-4788" fmla="*/ 4457 h 10000"/>
                <a:gd name="connsiteX7-4789" fmla="*/ 5018 w 10018"/>
                <a:gd name="connsiteY7-4790" fmla="*/ 4620 h 10000"/>
                <a:gd name="connsiteX8-4791" fmla="*/ 4659 w 10018"/>
                <a:gd name="connsiteY8-4792" fmla="*/ 4457 h 10000"/>
                <a:gd name="connsiteX9-4793" fmla="*/ 4410 w 10018"/>
                <a:gd name="connsiteY9-4794" fmla="*/ 3913 h 10000"/>
                <a:gd name="connsiteX10-4795" fmla="*/ 4272 w 10018"/>
                <a:gd name="connsiteY10-4796" fmla="*/ 3152 h 10000"/>
                <a:gd name="connsiteX11-4797" fmla="*/ 3112 w 10018"/>
                <a:gd name="connsiteY11-4798" fmla="*/ 2826 h 10000"/>
                <a:gd name="connsiteX12-4799" fmla="*/ 2007 w 10018"/>
                <a:gd name="connsiteY12-4800" fmla="*/ 2174 h 10000"/>
                <a:gd name="connsiteX13-4801" fmla="*/ 985 w 10018"/>
                <a:gd name="connsiteY13-4802" fmla="*/ 1250 h 10000"/>
                <a:gd name="connsiteX14-4803" fmla="*/ 136 w 10018"/>
                <a:gd name="connsiteY14-4804" fmla="*/ 350 h 10000"/>
                <a:gd name="connsiteX15-4805" fmla="*/ 0 w 10018"/>
                <a:gd name="connsiteY15-4806" fmla="*/ 9441 h 10000"/>
                <a:gd name="connsiteX16-4807" fmla="*/ 267 w 10018"/>
                <a:gd name="connsiteY16-4808" fmla="*/ 10000 h 10000"/>
                <a:gd name="connsiteX17-4809" fmla="*/ 9742 w 10018"/>
                <a:gd name="connsiteY17-4810" fmla="*/ 10000 h 10000"/>
                <a:gd name="connsiteX18-4811" fmla="*/ 10018 w 10018"/>
                <a:gd name="connsiteY18-4812" fmla="*/ 9457 h 10000"/>
                <a:gd name="connsiteX19-4813" fmla="*/ 10018 w 10018"/>
                <a:gd name="connsiteY19-4814" fmla="*/ 0 h 10000"/>
                <a:gd name="connsiteX0-4815" fmla="*/ 10018 w 10018"/>
                <a:gd name="connsiteY0-4816" fmla="*/ 0 h 10000"/>
                <a:gd name="connsiteX1-4817" fmla="*/ 9106 w 10018"/>
                <a:gd name="connsiteY1-4818" fmla="*/ 1250 h 10000"/>
                <a:gd name="connsiteX2-4819" fmla="*/ 8084 w 10018"/>
                <a:gd name="connsiteY2-4820" fmla="*/ 2174 h 10000"/>
                <a:gd name="connsiteX3-4821" fmla="*/ 6952 w 10018"/>
                <a:gd name="connsiteY3-4822" fmla="*/ 2826 h 10000"/>
                <a:gd name="connsiteX4-4823" fmla="*/ 5764 w 10018"/>
                <a:gd name="connsiteY4-4824" fmla="*/ 3152 h 10000"/>
                <a:gd name="connsiteX5-4825" fmla="*/ 5653 w 10018"/>
                <a:gd name="connsiteY5-4826" fmla="*/ 3913 h 10000"/>
                <a:gd name="connsiteX6-4827" fmla="*/ 5405 w 10018"/>
                <a:gd name="connsiteY6-4828" fmla="*/ 4457 h 10000"/>
                <a:gd name="connsiteX7-4829" fmla="*/ 5018 w 10018"/>
                <a:gd name="connsiteY7-4830" fmla="*/ 4620 h 10000"/>
                <a:gd name="connsiteX8-4831" fmla="*/ 4659 w 10018"/>
                <a:gd name="connsiteY8-4832" fmla="*/ 4457 h 10000"/>
                <a:gd name="connsiteX9-4833" fmla="*/ 4410 w 10018"/>
                <a:gd name="connsiteY9-4834" fmla="*/ 3913 h 10000"/>
                <a:gd name="connsiteX10-4835" fmla="*/ 4272 w 10018"/>
                <a:gd name="connsiteY10-4836" fmla="*/ 3152 h 10000"/>
                <a:gd name="connsiteX11-4837" fmla="*/ 3112 w 10018"/>
                <a:gd name="connsiteY11-4838" fmla="*/ 2826 h 10000"/>
                <a:gd name="connsiteX12-4839" fmla="*/ 2007 w 10018"/>
                <a:gd name="connsiteY12-4840" fmla="*/ 2174 h 10000"/>
                <a:gd name="connsiteX13-4841" fmla="*/ 985 w 10018"/>
                <a:gd name="connsiteY13-4842" fmla="*/ 1250 h 10000"/>
                <a:gd name="connsiteX14-4843" fmla="*/ 110 w 10018"/>
                <a:gd name="connsiteY14-4844" fmla="*/ 350 h 10000"/>
                <a:gd name="connsiteX15-4845" fmla="*/ 0 w 10018"/>
                <a:gd name="connsiteY15-4846" fmla="*/ 9441 h 10000"/>
                <a:gd name="connsiteX16-4847" fmla="*/ 267 w 10018"/>
                <a:gd name="connsiteY16-4848" fmla="*/ 10000 h 10000"/>
                <a:gd name="connsiteX17-4849" fmla="*/ 9742 w 10018"/>
                <a:gd name="connsiteY17-4850" fmla="*/ 10000 h 10000"/>
                <a:gd name="connsiteX18-4851" fmla="*/ 10018 w 10018"/>
                <a:gd name="connsiteY18-4852" fmla="*/ 9457 h 10000"/>
                <a:gd name="connsiteX19-4853" fmla="*/ 10018 w 10018"/>
                <a:gd name="connsiteY19-4854" fmla="*/ 0 h 10000"/>
                <a:gd name="connsiteX0-4855" fmla="*/ 10018 w 10018"/>
                <a:gd name="connsiteY0-4856" fmla="*/ 0 h 10000"/>
                <a:gd name="connsiteX1-4857" fmla="*/ 9106 w 10018"/>
                <a:gd name="connsiteY1-4858" fmla="*/ 1250 h 10000"/>
                <a:gd name="connsiteX2-4859" fmla="*/ 8084 w 10018"/>
                <a:gd name="connsiteY2-4860" fmla="*/ 2174 h 10000"/>
                <a:gd name="connsiteX3-4861" fmla="*/ 6952 w 10018"/>
                <a:gd name="connsiteY3-4862" fmla="*/ 2826 h 10000"/>
                <a:gd name="connsiteX4-4863" fmla="*/ 5764 w 10018"/>
                <a:gd name="connsiteY4-4864" fmla="*/ 3152 h 10000"/>
                <a:gd name="connsiteX5-4865" fmla="*/ 5653 w 10018"/>
                <a:gd name="connsiteY5-4866" fmla="*/ 3913 h 10000"/>
                <a:gd name="connsiteX6-4867" fmla="*/ 5405 w 10018"/>
                <a:gd name="connsiteY6-4868" fmla="*/ 4457 h 10000"/>
                <a:gd name="connsiteX7-4869" fmla="*/ 5018 w 10018"/>
                <a:gd name="connsiteY7-4870" fmla="*/ 4620 h 10000"/>
                <a:gd name="connsiteX8-4871" fmla="*/ 4659 w 10018"/>
                <a:gd name="connsiteY8-4872" fmla="*/ 4457 h 10000"/>
                <a:gd name="connsiteX9-4873" fmla="*/ 4410 w 10018"/>
                <a:gd name="connsiteY9-4874" fmla="*/ 3913 h 10000"/>
                <a:gd name="connsiteX10-4875" fmla="*/ 4272 w 10018"/>
                <a:gd name="connsiteY10-4876" fmla="*/ 3152 h 10000"/>
                <a:gd name="connsiteX11-4877" fmla="*/ 3112 w 10018"/>
                <a:gd name="connsiteY11-4878" fmla="*/ 2826 h 10000"/>
                <a:gd name="connsiteX12-4879" fmla="*/ 2007 w 10018"/>
                <a:gd name="connsiteY12-4880" fmla="*/ 2174 h 10000"/>
                <a:gd name="connsiteX13-4881" fmla="*/ 985 w 10018"/>
                <a:gd name="connsiteY13-4882" fmla="*/ 1250 h 10000"/>
                <a:gd name="connsiteX14-4883" fmla="*/ 110 w 10018"/>
                <a:gd name="connsiteY14-4884" fmla="*/ 350 h 10000"/>
                <a:gd name="connsiteX15-4885" fmla="*/ 0 w 10018"/>
                <a:gd name="connsiteY15-4886" fmla="*/ 9441 h 10000"/>
                <a:gd name="connsiteX16-4887" fmla="*/ 267 w 10018"/>
                <a:gd name="connsiteY16-4888" fmla="*/ 10000 h 10000"/>
                <a:gd name="connsiteX17-4889" fmla="*/ 9742 w 10018"/>
                <a:gd name="connsiteY17-4890" fmla="*/ 10000 h 10000"/>
                <a:gd name="connsiteX18-4891" fmla="*/ 10018 w 10018"/>
                <a:gd name="connsiteY18-4892" fmla="*/ 9457 h 10000"/>
                <a:gd name="connsiteX19-4893" fmla="*/ 10018 w 10018"/>
                <a:gd name="connsiteY19-4894" fmla="*/ 0 h 10000"/>
                <a:gd name="connsiteX0-4895" fmla="*/ 10018 w 10018"/>
                <a:gd name="connsiteY0-4896" fmla="*/ 0 h 10000"/>
                <a:gd name="connsiteX1-4897" fmla="*/ 9106 w 10018"/>
                <a:gd name="connsiteY1-4898" fmla="*/ 1250 h 10000"/>
                <a:gd name="connsiteX2-4899" fmla="*/ 8084 w 10018"/>
                <a:gd name="connsiteY2-4900" fmla="*/ 2174 h 10000"/>
                <a:gd name="connsiteX3-4901" fmla="*/ 6952 w 10018"/>
                <a:gd name="connsiteY3-4902" fmla="*/ 2826 h 10000"/>
                <a:gd name="connsiteX4-4903" fmla="*/ 5764 w 10018"/>
                <a:gd name="connsiteY4-4904" fmla="*/ 3152 h 10000"/>
                <a:gd name="connsiteX5-4905" fmla="*/ 5653 w 10018"/>
                <a:gd name="connsiteY5-4906" fmla="*/ 3913 h 10000"/>
                <a:gd name="connsiteX6-4907" fmla="*/ 5405 w 10018"/>
                <a:gd name="connsiteY6-4908" fmla="*/ 4457 h 10000"/>
                <a:gd name="connsiteX7-4909" fmla="*/ 5018 w 10018"/>
                <a:gd name="connsiteY7-4910" fmla="*/ 4620 h 10000"/>
                <a:gd name="connsiteX8-4911" fmla="*/ 4659 w 10018"/>
                <a:gd name="connsiteY8-4912" fmla="*/ 4457 h 10000"/>
                <a:gd name="connsiteX9-4913" fmla="*/ 4410 w 10018"/>
                <a:gd name="connsiteY9-4914" fmla="*/ 3913 h 10000"/>
                <a:gd name="connsiteX10-4915" fmla="*/ 4272 w 10018"/>
                <a:gd name="connsiteY10-4916" fmla="*/ 3152 h 10000"/>
                <a:gd name="connsiteX11-4917" fmla="*/ 3112 w 10018"/>
                <a:gd name="connsiteY11-4918" fmla="*/ 2826 h 10000"/>
                <a:gd name="connsiteX12-4919" fmla="*/ 2007 w 10018"/>
                <a:gd name="connsiteY12-4920" fmla="*/ 2174 h 10000"/>
                <a:gd name="connsiteX13-4921" fmla="*/ 985 w 10018"/>
                <a:gd name="connsiteY13-4922" fmla="*/ 1250 h 10000"/>
                <a:gd name="connsiteX14-4923" fmla="*/ 110 w 10018"/>
                <a:gd name="connsiteY14-4924" fmla="*/ 350 h 10000"/>
                <a:gd name="connsiteX15-4925" fmla="*/ 0 w 10018"/>
                <a:gd name="connsiteY15-4926" fmla="*/ 9441 h 10000"/>
                <a:gd name="connsiteX16-4927" fmla="*/ 267 w 10018"/>
                <a:gd name="connsiteY16-4928" fmla="*/ 10000 h 10000"/>
                <a:gd name="connsiteX17-4929" fmla="*/ 9742 w 10018"/>
                <a:gd name="connsiteY17-4930" fmla="*/ 10000 h 10000"/>
                <a:gd name="connsiteX18-4931" fmla="*/ 10018 w 10018"/>
                <a:gd name="connsiteY18-4932" fmla="*/ 9457 h 10000"/>
                <a:gd name="connsiteX19-4933" fmla="*/ 10018 w 10018"/>
                <a:gd name="connsiteY19-4934" fmla="*/ 0 h 10000"/>
                <a:gd name="connsiteX0-4935" fmla="*/ 10044 w 10044"/>
                <a:gd name="connsiteY0-4936" fmla="*/ 0 h 10000"/>
                <a:gd name="connsiteX1-4937" fmla="*/ 9132 w 10044"/>
                <a:gd name="connsiteY1-4938" fmla="*/ 1250 h 10000"/>
                <a:gd name="connsiteX2-4939" fmla="*/ 8110 w 10044"/>
                <a:gd name="connsiteY2-4940" fmla="*/ 2174 h 10000"/>
                <a:gd name="connsiteX3-4941" fmla="*/ 6978 w 10044"/>
                <a:gd name="connsiteY3-4942" fmla="*/ 2826 h 10000"/>
                <a:gd name="connsiteX4-4943" fmla="*/ 5790 w 10044"/>
                <a:gd name="connsiteY4-4944" fmla="*/ 3152 h 10000"/>
                <a:gd name="connsiteX5-4945" fmla="*/ 5679 w 10044"/>
                <a:gd name="connsiteY5-4946" fmla="*/ 3913 h 10000"/>
                <a:gd name="connsiteX6-4947" fmla="*/ 5431 w 10044"/>
                <a:gd name="connsiteY6-4948" fmla="*/ 4457 h 10000"/>
                <a:gd name="connsiteX7-4949" fmla="*/ 5044 w 10044"/>
                <a:gd name="connsiteY7-4950" fmla="*/ 4620 h 10000"/>
                <a:gd name="connsiteX8-4951" fmla="*/ 4685 w 10044"/>
                <a:gd name="connsiteY8-4952" fmla="*/ 4457 h 10000"/>
                <a:gd name="connsiteX9-4953" fmla="*/ 4436 w 10044"/>
                <a:gd name="connsiteY9-4954" fmla="*/ 3913 h 10000"/>
                <a:gd name="connsiteX10-4955" fmla="*/ 4298 w 10044"/>
                <a:gd name="connsiteY10-4956" fmla="*/ 3152 h 10000"/>
                <a:gd name="connsiteX11-4957" fmla="*/ 3138 w 10044"/>
                <a:gd name="connsiteY11-4958" fmla="*/ 2826 h 10000"/>
                <a:gd name="connsiteX12-4959" fmla="*/ 2033 w 10044"/>
                <a:gd name="connsiteY12-4960" fmla="*/ 2174 h 10000"/>
                <a:gd name="connsiteX13-4961" fmla="*/ 1011 w 10044"/>
                <a:gd name="connsiteY13-4962" fmla="*/ 1250 h 10000"/>
                <a:gd name="connsiteX14-4963" fmla="*/ 136 w 10044"/>
                <a:gd name="connsiteY14-4964" fmla="*/ 350 h 10000"/>
                <a:gd name="connsiteX15-4965" fmla="*/ 0 w 10044"/>
                <a:gd name="connsiteY15-4966" fmla="*/ 9441 h 10000"/>
                <a:gd name="connsiteX16-4967" fmla="*/ 293 w 10044"/>
                <a:gd name="connsiteY16-4968" fmla="*/ 10000 h 10000"/>
                <a:gd name="connsiteX17-4969" fmla="*/ 9768 w 10044"/>
                <a:gd name="connsiteY17-4970" fmla="*/ 10000 h 10000"/>
                <a:gd name="connsiteX18-4971" fmla="*/ 10044 w 10044"/>
                <a:gd name="connsiteY18-4972" fmla="*/ 9457 h 10000"/>
                <a:gd name="connsiteX19-4973" fmla="*/ 10044 w 10044"/>
                <a:gd name="connsiteY19-4974" fmla="*/ 0 h 10000"/>
                <a:gd name="connsiteX0-4975" fmla="*/ 10024 w 10024"/>
                <a:gd name="connsiteY0-4976" fmla="*/ 0 h 10000"/>
                <a:gd name="connsiteX1-4977" fmla="*/ 9112 w 10024"/>
                <a:gd name="connsiteY1-4978" fmla="*/ 1250 h 10000"/>
                <a:gd name="connsiteX2-4979" fmla="*/ 8090 w 10024"/>
                <a:gd name="connsiteY2-4980" fmla="*/ 2174 h 10000"/>
                <a:gd name="connsiteX3-4981" fmla="*/ 6958 w 10024"/>
                <a:gd name="connsiteY3-4982" fmla="*/ 2826 h 10000"/>
                <a:gd name="connsiteX4-4983" fmla="*/ 5770 w 10024"/>
                <a:gd name="connsiteY4-4984" fmla="*/ 3152 h 10000"/>
                <a:gd name="connsiteX5-4985" fmla="*/ 5659 w 10024"/>
                <a:gd name="connsiteY5-4986" fmla="*/ 3913 h 10000"/>
                <a:gd name="connsiteX6-4987" fmla="*/ 5411 w 10024"/>
                <a:gd name="connsiteY6-4988" fmla="*/ 4457 h 10000"/>
                <a:gd name="connsiteX7-4989" fmla="*/ 5024 w 10024"/>
                <a:gd name="connsiteY7-4990" fmla="*/ 4620 h 10000"/>
                <a:gd name="connsiteX8-4991" fmla="*/ 4665 w 10024"/>
                <a:gd name="connsiteY8-4992" fmla="*/ 4457 h 10000"/>
                <a:gd name="connsiteX9-4993" fmla="*/ 4416 w 10024"/>
                <a:gd name="connsiteY9-4994" fmla="*/ 3913 h 10000"/>
                <a:gd name="connsiteX10-4995" fmla="*/ 4278 w 10024"/>
                <a:gd name="connsiteY10-4996" fmla="*/ 3152 h 10000"/>
                <a:gd name="connsiteX11-4997" fmla="*/ 3118 w 10024"/>
                <a:gd name="connsiteY11-4998" fmla="*/ 2826 h 10000"/>
                <a:gd name="connsiteX12-4999" fmla="*/ 2013 w 10024"/>
                <a:gd name="connsiteY12-5000" fmla="*/ 2174 h 10000"/>
                <a:gd name="connsiteX13-5001" fmla="*/ 991 w 10024"/>
                <a:gd name="connsiteY13-5002" fmla="*/ 1250 h 10000"/>
                <a:gd name="connsiteX14-5003" fmla="*/ 116 w 10024"/>
                <a:gd name="connsiteY14-5004" fmla="*/ 350 h 10000"/>
                <a:gd name="connsiteX15-5005" fmla="*/ 0 w 10024"/>
                <a:gd name="connsiteY15-5006" fmla="*/ 9441 h 10000"/>
                <a:gd name="connsiteX16-5007" fmla="*/ 273 w 10024"/>
                <a:gd name="connsiteY16-5008" fmla="*/ 10000 h 10000"/>
                <a:gd name="connsiteX17-5009" fmla="*/ 9748 w 10024"/>
                <a:gd name="connsiteY17-5010" fmla="*/ 10000 h 10000"/>
                <a:gd name="connsiteX18-5011" fmla="*/ 10024 w 10024"/>
                <a:gd name="connsiteY18-5012" fmla="*/ 9457 h 10000"/>
                <a:gd name="connsiteX19-5013" fmla="*/ 10024 w 10024"/>
                <a:gd name="connsiteY19-5014" fmla="*/ 0 h 10000"/>
                <a:gd name="connsiteX0-5015" fmla="*/ 10024 w 10024"/>
                <a:gd name="connsiteY0-5016" fmla="*/ 0 h 10000"/>
                <a:gd name="connsiteX1-5017" fmla="*/ 9112 w 10024"/>
                <a:gd name="connsiteY1-5018" fmla="*/ 1250 h 10000"/>
                <a:gd name="connsiteX2-5019" fmla="*/ 8090 w 10024"/>
                <a:gd name="connsiteY2-5020" fmla="*/ 2174 h 10000"/>
                <a:gd name="connsiteX3-5021" fmla="*/ 6958 w 10024"/>
                <a:gd name="connsiteY3-5022" fmla="*/ 2826 h 10000"/>
                <a:gd name="connsiteX4-5023" fmla="*/ 5770 w 10024"/>
                <a:gd name="connsiteY4-5024" fmla="*/ 3152 h 10000"/>
                <a:gd name="connsiteX5-5025" fmla="*/ 5659 w 10024"/>
                <a:gd name="connsiteY5-5026" fmla="*/ 3913 h 10000"/>
                <a:gd name="connsiteX6-5027" fmla="*/ 5411 w 10024"/>
                <a:gd name="connsiteY6-5028" fmla="*/ 4457 h 10000"/>
                <a:gd name="connsiteX7-5029" fmla="*/ 5024 w 10024"/>
                <a:gd name="connsiteY7-5030" fmla="*/ 4620 h 10000"/>
                <a:gd name="connsiteX8-5031" fmla="*/ 4665 w 10024"/>
                <a:gd name="connsiteY8-5032" fmla="*/ 4457 h 10000"/>
                <a:gd name="connsiteX9-5033" fmla="*/ 4416 w 10024"/>
                <a:gd name="connsiteY9-5034" fmla="*/ 3913 h 10000"/>
                <a:gd name="connsiteX10-5035" fmla="*/ 4278 w 10024"/>
                <a:gd name="connsiteY10-5036" fmla="*/ 3152 h 10000"/>
                <a:gd name="connsiteX11-5037" fmla="*/ 3118 w 10024"/>
                <a:gd name="connsiteY11-5038" fmla="*/ 2826 h 10000"/>
                <a:gd name="connsiteX12-5039" fmla="*/ 2013 w 10024"/>
                <a:gd name="connsiteY12-5040" fmla="*/ 2174 h 10000"/>
                <a:gd name="connsiteX13-5041" fmla="*/ 991 w 10024"/>
                <a:gd name="connsiteY13-5042" fmla="*/ 1250 h 10000"/>
                <a:gd name="connsiteX14-5043" fmla="*/ 116 w 10024"/>
                <a:gd name="connsiteY14-5044" fmla="*/ 350 h 10000"/>
                <a:gd name="connsiteX15-5045" fmla="*/ 0 w 10024"/>
                <a:gd name="connsiteY15-5046" fmla="*/ 9441 h 10000"/>
                <a:gd name="connsiteX16-5047" fmla="*/ 273 w 10024"/>
                <a:gd name="connsiteY16-5048" fmla="*/ 10000 h 10000"/>
                <a:gd name="connsiteX17-5049" fmla="*/ 9748 w 10024"/>
                <a:gd name="connsiteY17-5050" fmla="*/ 10000 h 10000"/>
                <a:gd name="connsiteX18-5051" fmla="*/ 10024 w 10024"/>
                <a:gd name="connsiteY18-5052" fmla="*/ 9457 h 10000"/>
                <a:gd name="connsiteX19-5053" fmla="*/ 10024 w 10024"/>
                <a:gd name="connsiteY19-5054" fmla="*/ 0 h 10000"/>
                <a:gd name="connsiteX0-5055" fmla="*/ 10030 w 10030"/>
                <a:gd name="connsiteY0-5056" fmla="*/ 0 h 10000"/>
                <a:gd name="connsiteX1-5057" fmla="*/ 9118 w 10030"/>
                <a:gd name="connsiteY1-5058" fmla="*/ 1250 h 10000"/>
                <a:gd name="connsiteX2-5059" fmla="*/ 8096 w 10030"/>
                <a:gd name="connsiteY2-5060" fmla="*/ 2174 h 10000"/>
                <a:gd name="connsiteX3-5061" fmla="*/ 6964 w 10030"/>
                <a:gd name="connsiteY3-5062" fmla="*/ 2826 h 10000"/>
                <a:gd name="connsiteX4-5063" fmla="*/ 5776 w 10030"/>
                <a:gd name="connsiteY4-5064" fmla="*/ 3152 h 10000"/>
                <a:gd name="connsiteX5-5065" fmla="*/ 5665 w 10030"/>
                <a:gd name="connsiteY5-5066" fmla="*/ 3913 h 10000"/>
                <a:gd name="connsiteX6-5067" fmla="*/ 5417 w 10030"/>
                <a:gd name="connsiteY6-5068" fmla="*/ 4457 h 10000"/>
                <a:gd name="connsiteX7-5069" fmla="*/ 5030 w 10030"/>
                <a:gd name="connsiteY7-5070" fmla="*/ 4620 h 10000"/>
                <a:gd name="connsiteX8-5071" fmla="*/ 4671 w 10030"/>
                <a:gd name="connsiteY8-5072" fmla="*/ 4457 h 10000"/>
                <a:gd name="connsiteX9-5073" fmla="*/ 4422 w 10030"/>
                <a:gd name="connsiteY9-5074" fmla="*/ 3913 h 10000"/>
                <a:gd name="connsiteX10-5075" fmla="*/ 4284 w 10030"/>
                <a:gd name="connsiteY10-5076" fmla="*/ 3152 h 10000"/>
                <a:gd name="connsiteX11-5077" fmla="*/ 3124 w 10030"/>
                <a:gd name="connsiteY11-5078" fmla="*/ 2826 h 10000"/>
                <a:gd name="connsiteX12-5079" fmla="*/ 2019 w 10030"/>
                <a:gd name="connsiteY12-5080" fmla="*/ 2174 h 10000"/>
                <a:gd name="connsiteX13-5081" fmla="*/ 997 w 10030"/>
                <a:gd name="connsiteY13-5082" fmla="*/ 1250 h 10000"/>
                <a:gd name="connsiteX14-5083" fmla="*/ 0 w 10030"/>
                <a:gd name="connsiteY14-5084" fmla="*/ 398 h 10000"/>
                <a:gd name="connsiteX15-5085" fmla="*/ 6 w 10030"/>
                <a:gd name="connsiteY15-5086" fmla="*/ 9441 h 10000"/>
                <a:gd name="connsiteX16-5087" fmla="*/ 279 w 10030"/>
                <a:gd name="connsiteY16-5088" fmla="*/ 10000 h 10000"/>
                <a:gd name="connsiteX17-5089" fmla="*/ 9754 w 10030"/>
                <a:gd name="connsiteY17-5090" fmla="*/ 10000 h 10000"/>
                <a:gd name="connsiteX18-5091" fmla="*/ 10030 w 10030"/>
                <a:gd name="connsiteY18-5092" fmla="*/ 9457 h 10000"/>
                <a:gd name="connsiteX19-5093" fmla="*/ 10030 w 10030"/>
                <a:gd name="connsiteY19-5094" fmla="*/ 0 h 10000"/>
                <a:gd name="connsiteX0-5095" fmla="*/ 10030 w 10030"/>
                <a:gd name="connsiteY0-5096" fmla="*/ 0 h 10000"/>
                <a:gd name="connsiteX1-5097" fmla="*/ 9118 w 10030"/>
                <a:gd name="connsiteY1-5098" fmla="*/ 1250 h 10000"/>
                <a:gd name="connsiteX2-5099" fmla="*/ 8096 w 10030"/>
                <a:gd name="connsiteY2-5100" fmla="*/ 2174 h 10000"/>
                <a:gd name="connsiteX3-5101" fmla="*/ 6964 w 10030"/>
                <a:gd name="connsiteY3-5102" fmla="*/ 2826 h 10000"/>
                <a:gd name="connsiteX4-5103" fmla="*/ 5776 w 10030"/>
                <a:gd name="connsiteY4-5104" fmla="*/ 3152 h 10000"/>
                <a:gd name="connsiteX5-5105" fmla="*/ 5665 w 10030"/>
                <a:gd name="connsiteY5-5106" fmla="*/ 3913 h 10000"/>
                <a:gd name="connsiteX6-5107" fmla="*/ 5417 w 10030"/>
                <a:gd name="connsiteY6-5108" fmla="*/ 4457 h 10000"/>
                <a:gd name="connsiteX7-5109" fmla="*/ 5030 w 10030"/>
                <a:gd name="connsiteY7-5110" fmla="*/ 4620 h 10000"/>
                <a:gd name="connsiteX8-5111" fmla="*/ 4671 w 10030"/>
                <a:gd name="connsiteY8-5112" fmla="*/ 4457 h 10000"/>
                <a:gd name="connsiteX9-5113" fmla="*/ 4422 w 10030"/>
                <a:gd name="connsiteY9-5114" fmla="*/ 3913 h 10000"/>
                <a:gd name="connsiteX10-5115" fmla="*/ 4284 w 10030"/>
                <a:gd name="connsiteY10-5116" fmla="*/ 3152 h 10000"/>
                <a:gd name="connsiteX11-5117" fmla="*/ 3124 w 10030"/>
                <a:gd name="connsiteY11-5118" fmla="*/ 2826 h 10000"/>
                <a:gd name="connsiteX12-5119" fmla="*/ 2019 w 10030"/>
                <a:gd name="connsiteY12-5120" fmla="*/ 2174 h 10000"/>
                <a:gd name="connsiteX13-5121" fmla="*/ 997 w 10030"/>
                <a:gd name="connsiteY13-5122" fmla="*/ 1250 h 10000"/>
                <a:gd name="connsiteX14-5123" fmla="*/ 0 w 10030"/>
                <a:gd name="connsiteY14-5124" fmla="*/ 398 h 10000"/>
                <a:gd name="connsiteX15-5125" fmla="*/ 6 w 10030"/>
                <a:gd name="connsiteY15-5126" fmla="*/ 9441 h 10000"/>
                <a:gd name="connsiteX16-5127" fmla="*/ 279 w 10030"/>
                <a:gd name="connsiteY16-5128" fmla="*/ 10000 h 10000"/>
                <a:gd name="connsiteX17-5129" fmla="*/ 9754 w 10030"/>
                <a:gd name="connsiteY17-5130" fmla="*/ 10000 h 10000"/>
                <a:gd name="connsiteX18-5131" fmla="*/ 10030 w 10030"/>
                <a:gd name="connsiteY18-5132" fmla="*/ 9457 h 10000"/>
                <a:gd name="connsiteX19-5133" fmla="*/ 10030 w 10030"/>
                <a:gd name="connsiteY19-5134" fmla="*/ 0 h 10000"/>
                <a:gd name="connsiteX0-5135" fmla="*/ 10049 w 10049"/>
                <a:gd name="connsiteY0-5136" fmla="*/ 0 h 10000"/>
                <a:gd name="connsiteX1-5137" fmla="*/ 9137 w 10049"/>
                <a:gd name="connsiteY1-5138" fmla="*/ 1250 h 10000"/>
                <a:gd name="connsiteX2-5139" fmla="*/ 8115 w 10049"/>
                <a:gd name="connsiteY2-5140" fmla="*/ 2174 h 10000"/>
                <a:gd name="connsiteX3-5141" fmla="*/ 6983 w 10049"/>
                <a:gd name="connsiteY3-5142" fmla="*/ 2826 h 10000"/>
                <a:gd name="connsiteX4-5143" fmla="*/ 5795 w 10049"/>
                <a:gd name="connsiteY4-5144" fmla="*/ 3152 h 10000"/>
                <a:gd name="connsiteX5-5145" fmla="*/ 5684 w 10049"/>
                <a:gd name="connsiteY5-5146" fmla="*/ 3913 h 10000"/>
                <a:gd name="connsiteX6-5147" fmla="*/ 5436 w 10049"/>
                <a:gd name="connsiteY6-5148" fmla="*/ 4457 h 10000"/>
                <a:gd name="connsiteX7-5149" fmla="*/ 5049 w 10049"/>
                <a:gd name="connsiteY7-5150" fmla="*/ 4620 h 10000"/>
                <a:gd name="connsiteX8-5151" fmla="*/ 4690 w 10049"/>
                <a:gd name="connsiteY8-5152" fmla="*/ 4457 h 10000"/>
                <a:gd name="connsiteX9-5153" fmla="*/ 4441 w 10049"/>
                <a:gd name="connsiteY9-5154" fmla="*/ 3913 h 10000"/>
                <a:gd name="connsiteX10-5155" fmla="*/ 4303 w 10049"/>
                <a:gd name="connsiteY10-5156" fmla="*/ 3152 h 10000"/>
                <a:gd name="connsiteX11-5157" fmla="*/ 3143 w 10049"/>
                <a:gd name="connsiteY11-5158" fmla="*/ 2826 h 10000"/>
                <a:gd name="connsiteX12-5159" fmla="*/ 2038 w 10049"/>
                <a:gd name="connsiteY12-5160" fmla="*/ 2174 h 10000"/>
                <a:gd name="connsiteX13-5161" fmla="*/ 1016 w 10049"/>
                <a:gd name="connsiteY13-5162" fmla="*/ 1250 h 10000"/>
                <a:gd name="connsiteX14-5163" fmla="*/ 19 w 10049"/>
                <a:gd name="connsiteY14-5164" fmla="*/ 398 h 10000"/>
                <a:gd name="connsiteX15-5165" fmla="*/ 25 w 10049"/>
                <a:gd name="connsiteY15-5166" fmla="*/ 9441 h 10000"/>
                <a:gd name="connsiteX16-5167" fmla="*/ 298 w 10049"/>
                <a:gd name="connsiteY16-5168" fmla="*/ 10000 h 10000"/>
                <a:gd name="connsiteX17-5169" fmla="*/ 9773 w 10049"/>
                <a:gd name="connsiteY17-5170" fmla="*/ 10000 h 10000"/>
                <a:gd name="connsiteX18-5171" fmla="*/ 10049 w 10049"/>
                <a:gd name="connsiteY18-5172" fmla="*/ 9457 h 10000"/>
                <a:gd name="connsiteX19-5173" fmla="*/ 10049 w 10049"/>
                <a:gd name="connsiteY19-5174" fmla="*/ 0 h 10000"/>
                <a:gd name="connsiteX0-5175" fmla="*/ 10054 w 10054"/>
                <a:gd name="connsiteY0-5176" fmla="*/ 0 h 10000"/>
                <a:gd name="connsiteX1-5177" fmla="*/ 9142 w 10054"/>
                <a:gd name="connsiteY1-5178" fmla="*/ 1250 h 10000"/>
                <a:gd name="connsiteX2-5179" fmla="*/ 8120 w 10054"/>
                <a:gd name="connsiteY2-5180" fmla="*/ 2174 h 10000"/>
                <a:gd name="connsiteX3-5181" fmla="*/ 6988 w 10054"/>
                <a:gd name="connsiteY3-5182" fmla="*/ 2826 h 10000"/>
                <a:gd name="connsiteX4-5183" fmla="*/ 5800 w 10054"/>
                <a:gd name="connsiteY4-5184" fmla="*/ 3152 h 10000"/>
                <a:gd name="connsiteX5-5185" fmla="*/ 5689 w 10054"/>
                <a:gd name="connsiteY5-5186" fmla="*/ 3913 h 10000"/>
                <a:gd name="connsiteX6-5187" fmla="*/ 5441 w 10054"/>
                <a:gd name="connsiteY6-5188" fmla="*/ 4457 h 10000"/>
                <a:gd name="connsiteX7-5189" fmla="*/ 5054 w 10054"/>
                <a:gd name="connsiteY7-5190" fmla="*/ 4620 h 10000"/>
                <a:gd name="connsiteX8-5191" fmla="*/ 4695 w 10054"/>
                <a:gd name="connsiteY8-5192" fmla="*/ 4457 h 10000"/>
                <a:gd name="connsiteX9-5193" fmla="*/ 4446 w 10054"/>
                <a:gd name="connsiteY9-5194" fmla="*/ 3913 h 10000"/>
                <a:gd name="connsiteX10-5195" fmla="*/ 4308 w 10054"/>
                <a:gd name="connsiteY10-5196" fmla="*/ 3152 h 10000"/>
                <a:gd name="connsiteX11-5197" fmla="*/ 3148 w 10054"/>
                <a:gd name="connsiteY11-5198" fmla="*/ 2826 h 10000"/>
                <a:gd name="connsiteX12-5199" fmla="*/ 2043 w 10054"/>
                <a:gd name="connsiteY12-5200" fmla="*/ 2174 h 10000"/>
                <a:gd name="connsiteX13-5201" fmla="*/ 1021 w 10054"/>
                <a:gd name="connsiteY13-5202" fmla="*/ 1250 h 10000"/>
                <a:gd name="connsiteX14-5203" fmla="*/ 24 w 10054"/>
                <a:gd name="connsiteY14-5204" fmla="*/ 398 h 10000"/>
                <a:gd name="connsiteX15-5205" fmla="*/ 30 w 10054"/>
                <a:gd name="connsiteY15-5206" fmla="*/ 9441 h 10000"/>
                <a:gd name="connsiteX16-5207" fmla="*/ 303 w 10054"/>
                <a:gd name="connsiteY16-5208" fmla="*/ 10000 h 10000"/>
                <a:gd name="connsiteX17-5209" fmla="*/ 9778 w 10054"/>
                <a:gd name="connsiteY17-5210" fmla="*/ 10000 h 10000"/>
                <a:gd name="connsiteX18-5211" fmla="*/ 10054 w 10054"/>
                <a:gd name="connsiteY18-5212" fmla="*/ 9457 h 10000"/>
                <a:gd name="connsiteX19-5213" fmla="*/ 10054 w 10054"/>
                <a:gd name="connsiteY19-5214" fmla="*/ 0 h 10000"/>
                <a:gd name="connsiteX0-5215" fmla="*/ 10046 w 10046"/>
                <a:gd name="connsiteY0-5216" fmla="*/ 0 h 10000"/>
                <a:gd name="connsiteX1-5217" fmla="*/ 9134 w 10046"/>
                <a:gd name="connsiteY1-5218" fmla="*/ 1250 h 10000"/>
                <a:gd name="connsiteX2-5219" fmla="*/ 8112 w 10046"/>
                <a:gd name="connsiteY2-5220" fmla="*/ 2174 h 10000"/>
                <a:gd name="connsiteX3-5221" fmla="*/ 6980 w 10046"/>
                <a:gd name="connsiteY3-5222" fmla="*/ 2826 h 10000"/>
                <a:gd name="connsiteX4-5223" fmla="*/ 5792 w 10046"/>
                <a:gd name="connsiteY4-5224" fmla="*/ 3152 h 10000"/>
                <a:gd name="connsiteX5-5225" fmla="*/ 5681 w 10046"/>
                <a:gd name="connsiteY5-5226" fmla="*/ 3913 h 10000"/>
                <a:gd name="connsiteX6-5227" fmla="*/ 5433 w 10046"/>
                <a:gd name="connsiteY6-5228" fmla="*/ 4457 h 10000"/>
                <a:gd name="connsiteX7-5229" fmla="*/ 5046 w 10046"/>
                <a:gd name="connsiteY7-5230" fmla="*/ 4620 h 10000"/>
                <a:gd name="connsiteX8-5231" fmla="*/ 4687 w 10046"/>
                <a:gd name="connsiteY8-5232" fmla="*/ 4457 h 10000"/>
                <a:gd name="connsiteX9-5233" fmla="*/ 4438 w 10046"/>
                <a:gd name="connsiteY9-5234" fmla="*/ 3913 h 10000"/>
                <a:gd name="connsiteX10-5235" fmla="*/ 4300 w 10046"/>
                <a:gd name="connsiteY10-5236" fmla="*/ 3152 h 10000"/>
                <a:gd name="connsiteX11-5237" fmla="*/ 3140 w 10046"/>
                <a:gd name="connsiteY11-5238" fmla="*/ 2826 h 10000"/>
                <a:gd name="connsiteX12-5239" fmla="*/ 2035 w 10046"/>
                <a:gd name="connsiteY12-5240" fmla="*/ 2174 h 10000"/>
                <a:gd name="connsiteX13-5241" fmla="*/ 1013 w 10046"/>
                <a:gd name="connsiteY13-5242" fmla="*/ 1250 h 10000"/>
                <a:gd name="connsiteX14-5243" fmla="*/ 16 w 10046"/>
                <a:gd name="connsiteY14-5244" fmla="*/ 398 h 10000"/>
                <a:gd name="connsiteX15-5245" fmla="*/ 22 w 10046"/>
                <a:gd name="connsiteY15-5246" fmla="*/ 9441 h 10000"/>
                <a:gd name="connsiteX16-5247" fmla="*/ 295 w 10046"/>
                <a:gd name="connsiteY16-5248" fmla="*/ 10000 h 10000"/>
                <a:gd name="connsiteX17-5249" fmla="*/ 9770 w 10046"/>
                <a:gd name="connsiteY17-5250" fmla="*/ 10000 h 10000"/>
                <a:gd name="connsiteX18-5251" fmla="*/ 10046 w 10046"/>
                <a:gd name="connsiteY18-5252" fmla="*/ 9457 h 10000"/>
                <a:gd name="connsiteX19-5253" fmla="*/ 10046 w 10046"/>
                <a:gd name="connsiteY19-5254" fmla="*/ 0 h 10000"/>
                <a:gd name="connsiteX0-5255" fmla="*/ 10030 w 10030"/>
                <a:gd name="connsiteY0-5256" fmla="*/ 0 h 10000"/>
                <a:gd name="connsiteX1-5257" fmla="*/ 9118 w 10030"/>
                <a:gd name="connsiteY1-5258" fmla="*/ 1250 h 10000"/>
                <a:gd name="connsiteX2-5259" fmla="*/ 8096 w 10030"/>
                <a:gd name="connsiteY2-5260" fmla="*/ 2174 h 10000"/>
                <a:gd name="connsiteX3-5261" fmla="*/ 6964 w 10030"/>
                <a:gd name="connsiteY3-5262" fmla="*/ 2826 h 10000"/>
                <a:gd name="connsiteX4-5263" fmla="*/ 5776 w 10030"/>
                <a:gd name="connsiteY4-5264" fmla="*/ 3152 h 10000"/>
                <a:gd name="connsiteX5-5265" fmla="*/ 5665 w 10030"/>
                <a:gd name="connsiteY5-5266" fmla="*/ 3913 h 10000"/>
                <a:gd name="connsiteX6-5267" fmla="*/ 5417 w 10030"/>
                <a:gd name="connsiteY6-5268" fmla="*/ 4457 h 10000"/>
                <a:gd name="connsiteX7-5269" fmla="*/ 5030 w 10030"/>
                <a:gd name="connsiteY7-5270" fmla="*/ 4620 h 10000"/>
                <a:gd name="connsiteX8-5271" fmla="*/ 4671 w 10030"/>
                <a:gd name="connsiteY8-5272" fmla="*/ 4457 h 10000"/>
                <a:gd name="connsiteX9-5273" fmla="*/ 4422 w 10030"/>
                <a:gd name="connsiteY9-5274" fmla="*/ 3913 h 10000"/>
                <a:gd name="connsiteX10-5275" fmla="*/ 4284 w 10030"/>
                <a:gd name="connsiteY10-5276" fmla="*/ 3152 h 10000"/>
                <a:gd name="connsiteX11-5277" fmla="*/ 3124 w 10030"/>
                <a:gd name="connsiteY11-5278" fmla="*/ 2826 h 10000"/>
                <a:gd name="connsiteX12-5279" fmla="*/ 2019 w 10030"/>
                <a:gd name="connsiteY12-5280" fmla="*/ 2174 h 10000"/>
                <a:gd name="connsiteX13-5281" fmla="*/ 997 w 10030"/>
                <a:gd name="connsiteY13-5282" fmla="*/ 1250 h 10000"/>
                <a:gd name="connsiteX14-5283" fmla="*/ 0 w 10030"/>
                <a:gd name="connsiteY14-5284" fmla="*/ 398 h 10000"/>
                <a:gd name="connsiteX15-5285" fmla="*/ 6 w 10030"/>
                <a:gd name="connsiteY15-5286" fmla="*/ 9441 h 10000"/>
                <a:gd name="connsiteX16-5287" fmla="*/ 279 w 10030"/>
                <a:gd name="connsiteY16-5288" fmla="*/ 10000 h 10000"/>
                <a:gd name="connsiteX17-5289" fmla="*/ 9754 w 10030"/>
                <a:gd name="connsiteY17-5290" fmla="*/ 10000 h 10000"/>
                <a:gd name="connsiteX18-5291" fmla="*/ 10030 w 10030"/>
                <a:gd name="connsiteY18-5292" fmla="*/ 9457 h 10000"/>
                <a:gd name="connsiteX19-5293" fmla="*/ 10030 w 10030"/>
                <a:gd name="connsiteY19-5294" fmla="*/ 0 h 10000"/>
                <a:gd name="connsiteX0-5295" fmla="*/ 10030 w 10030"/>
                <a:gd name="connsiteY0-5296" fmla="*/ 0 h 10000"/>
                <a:gd name="connsiteX1-5297" fmla="*/ 9118 w 10030"/>
                <a:gd name="connsiteY1-5298" fmla="*/ 1250 h 10000"/>
                <a:gd name="connsiteX2-5299" fmla="*/ 8096 w 10030"/>
                <a:gd name="connsiteY2-5300" fmla="*/ 2174 h 10000"/>
                <a:gd name="connsiteX3-5301" fmla="*/ 6964 w 10030"/>
                <a:gd name="connsiteY3-5302" fmla="*/ 2826 h 10000"/>
                <a:gd name="connsiteX4-5303" fmla="*/ 5776 w 10030"/>
                <a:gd name="connsiteY4-5304" fmla="*/ 3152 h 10000"/>
                <a:gd name="connsiteX5-5305" fmla="*/ 5665 w 10030"/>
                <a:gd name="connsiteY5-5306" fmla="*/ 3913 h 10000"/>
                <a:gd name="connsiteX6-5307" fmla="*/ 5417 w 10030"/>
                <a:gd name="connsiteY6-5308" fmla="*/ 4457 h 10000"/>
                <a:gd name="connsiteX7-5309" fmla="*/ 5030 w 10030"/>
                <a:gd name="connsiteY7-5310" fmla="*/ 4620 h 10000"/>
                <a:gd name="connsiteX8-5311" fmla="*/ 4671 w 10030"/>
                <a:gd name="connsiteY8-5312" fmla="*/ 4457 h 10000"/>
                <a:gd name="connsiteX9-5313" fmla="*/ 4422 w 10030"/>
                <a:gd name="connsiteY9-5314" fmla="*/ 3913 h 10000"/>
                <a:gd name="connsiteX10-5315" fmla="*/ 4284 w 10030"/>
                <a:gd name="connsiteY10-5316" fmla="*/ 3152 h 10000"/>
                <a:gd name="connsiteX11-5317" fmla="*/ 3124 w 10030"/>
                <a:gd name="connsiteY11-5318" fmla="*/ 2826 h 10000"/>
                <a:gd name="connsiteX12-5319" fmla="*/ 2019 w 10030"/>
                <a:gd name="connsiteY12-5320" fmla="*/ 2174 h 10000"/>
                <a:gd name="connsiteX13-5321" fmla="*/ 997 w 10030"/>
                <a:gd name="connsiteY13-5322" fmla="*/ 1250 h 10000"/>
                <a:gd name="connsiteX14-5323" fmla="*/ 0 w 10030"/>
                <a:gd name="connsiteY14-5324" fmla="*/ 398 h 10000"/>
                <a:gd name="connsiteX15-5325" fmla="*/ 6 w 10030"/>
                <a:gd name="connsiteY15-5326" fmla="*/ 9441 h 10000"/>
                <a:gd name="connsiteX16-5327" fmla="*/ 279 w 10030"/>
                <a:gd name="connsiteY16-5328" fmla="*/ 10000 h 10000"/>
                <a:gd name="connsiteX17-5329" fmla="*/ 9754 w 10030"/>
                <a:gd name="connsiteY17-5330" fmla="*/ 10000 h 10000"/>
                <a:gd name="connsiteX18-5331" fmla="*/ 10030 w 10030"/>
                <a:gd name="connsiteY18-5332" fmla="*/ 9457 h 10000"/>
                <a:gd name="connsiteX19-5333" fmla="*/ 10030 w 10030"/>
                <a:gd name="connsiteY19-5334" fmla="*/ 0 h 10000"/>
                <a:gd name="connsiteX0-5335" fmla="*/ 10030 w 10030"/>
                <a:gd name="connsiteY0-5336" fmla="*/ 0 h 10000"/>
                <a:gd name="connsiteX1-5337" fmla="*/ 9118 w 10030"/>
                <a:gd name="connsiteY1-5338" fmla="*/ 1250 h 10000"/>
                <a:gd name="connsiteX2-5339" fmla="*/ 8096 w 10030"/>
                <a:gd name="connsiteY2-5340" fmla="*/ 2174 h 10000"/>
                <a:gd name="connsiteX3-5341" fmla="*/ 6964 w 10030"/>
                <a:gd name="connsiteY3-5342" fmla="*/ 2826 h 10000"/>
                <a:gd name="connsiteX4-5343" fmla="*/ 5776 w 10030"/>
                <a:gd name="connsiteY4-5344" fmla="*/ 3152 h 10000"/>
                <a:gd name="connsiteX5-5345" fmla="*/ 5665 w 10030"/>
                <a:gd name="connsiteY5-5346" fmla="*/ 3913 h 10000"/>
                <a:gd name="connsiteX6-5347" fmla="*/ 5417 w 10030"/>
                <a:gd name="connsiteY6-5348" fmla="*/ 4457 h 10000"/>
                <a:gd name="connsiteX7-5349" fmla="*/ 5030 w 10030"/>
                <a:gd name="connsiteY7-5350" fmla="*/ 4620 h 10000"/>
                <a:gd name="connsiteX8-5351" fmla="*/ 4671 w 10030"/>
                <a:gd name="connsiteY8-5352" fmla="*/ 4457 h 10000"/>
                <a:gd name="connsiteX9-5353" fmla="*/ 4422 w 10030"/>
                <a:gd name="connsiteY9-5354" fmla="*/ 3913 h 10000"/>
                <a:gd name="connsiteX10-5355" fmla="*/ 4284 w 10030"/>
                <a:gd name="connsiteY10-5356" fmla="*/ 3152 h 10000"/>
                <a:gd name="connsiteX11-5357" fmla="*/ 3124 w 10030"/>
                <a:gd name="connsiteY11-5358" fmla="*/ 2826 h 10000"/>
                <a:gd name="connsiteX12-5359" fmla="*/ 2019 w 10030"/>
                <a:gd name="connsiteY12-5360" fmla="*/ 2174 h 10000"/>
                <a:gd name="connsiteX13-5361" fmla="*/ 997 w 10030"/>
                <a:gd name="connsiteY13-5362" fmla="*/ 1250 h 10000"/>
                <a:gd name="connsiteX14-5363" fmla="*/ 0 w 10030"/>
                <a:gd name="connsiteY14-5364" fmla="*/ 398 h 10000"/>
                <a:gd name="connsiteX15-5365" fmla="*/ 6 w 10030"/>
                <a:gd name="connsiteY15-5366" fmla="*/ 9441 h 10000"/>
                <a:gd name="connsiteX16-5367" fmla="*/ 279 w 10030"/>
                <a:gd name="connsiteY16-5368" fmla="*/ 10000 h 10000"/>
                <a:gd name="connsiteX17-5369" fmla="*/ 9754 w 10030"/>
                <a:gd name="connsiteY17-5370" fmla="*/ 10000 h 10000"/>
                <a:gd name="connsiteX18-5371" fmla="*/ 10030 w 10030"/>
                <a:gd name="connsiteY18-5372" fmla="*/ 9457 h 10000"/>
                <a:gd name="connsiteX19-5373" fmla="*/ 10030 w 10030"/>
                <a:gd name="connsiteY19-5374" fmla="*/ 0 h 10000"/>
                <a:gd name="connsiteX0-5375" fmla="*/ 10030 w 10030"/>
                <a:gd name="connsiteY0-5376" fmla="*/ 0 h 10000"/>
                <a:gd name="connsiteX1-5377" fmla="*/ 9118 w 10030"/>
                <a:gd name="connsiteY1-5378" fmla="*/ 1250 h 10000"/>
                <a:gd name="connsiteX2-5379" fmla="*/ 8096 w 10030"/>
                <a:gd name="connsiteY2-5380" fmla="*/ 2174 h 10000"/>
                <a:gd name="connsiteX3-5381" fmla="*/ 6964 w 10030"/>
                <a:gd name="connsiteY3-5382" fmla="*/ 2826 h 10000"/>
                <a:gd name="connsiteX4-5383" fmla="*/ 5776 w 10030"/>
                <a:gd name="connsiteY4-5384" fmla="*/ 3152 h 10000"/>
                <a:gd name="connsiteX5-5385" fmla="*/ 5665 w 10030"/>
                <a:gd name="connsiteY5-5386" fmla="*/ 3913 h 10000"/>
                <a:gd name="connsiteX6-5387" fmla="*/ 5417 w 10030"/>
                <a:gd name="connsiteY6-5388" fmla="*/ 4457 h 10000"/>
                <a:gd name="connsiteX7-5389" fmla="*/ 5030 w 10030"/>
                <a:gd name="connsiteY7-5390" fmla="*/ 4620 h 10000"/>
                <a:gd name="connsiteX8-5391" fmla="*/ 4671 w 10030"/>
                <a:gd name="connsiteY8-5392" fmla="*/ 4457 h 10000"/>
                <a:gd name="connsiteX9-5393" fmla="*/ 4422 w 10030"/>
                <a:gd name="connsiteY9-5394" fmla="*/ 3913 h 10000"/>
                <a:gd name="connsiteX10-5395" fmla="*/ 4284 w 10030"/>
                <a:gd name="connsiteY10-5396" fmla="*/ 3152 h 10000"/>
                <a:gd name="connsiteX11-5397" fmla="*/ 3124 w 10030"/>
                <a:gd name="connsiteY11-5398" fmla="*/ 2826 h 10000"/>
                <a:gd name="connsiteX12-5399" fmla="*/ 2019 w 10030"/>
                <a:gd name="connsiteY12-5400" fmla="*/ 2174 h 10000"/>
                <a:gd name="connsiteX13-5401" fmla="*/ 997 w 10030"/>
                <a:gd name="connsiteY13-5402" fmla="*/ 1250 h 10000"/>
                <a:gd name="connsiteX14-5403" fmla="*/ 0 w 10030"/>
                <a:gd name="connsiteY14-5404" fmla="*/ 398 h 10000"/>
                <a:gd name="connsiteX15-5405" fmla="*/ 6 w 10030"/>
                <a:gd name="connsiteY15-5406" fmla="*/ 9441 h 10000"/>
                <a:gd name="connsiteX16-5407" fmla="*/ 279 w 10030"/>
                <a:gd name="connsiteY16-5408" fmla="*/ 10000 h 10000"/>
                <a:gd name="connsiteX17-5409" fmla="*/ 9754 w 10030"/>
                <a:gd name="connsiteY17-5410" fmla="*/ 10000 h 10000"/>
                <a:gd name="connsiteX18-5411" fmla="*/ 10030 w 10030"/>
                <a:gd name="connsiteY18-5412" fmla="*/ 9457 h 10000"/>
                <a:gd name="connsiteX19-5413" fmla="*/ 10030 w 10030"/>
                <a:gd name="connsiteY19-5414" fmla="*/ 0 h 10000"/>
                <a:gd name="connsiteX0-5415" fmla="*/ 10030 w 10030"/>
                <a:gd name="connsiteY0-5416" fmla="*/ 0 h 10000"/>
                <a:gd name="connsiteX1-5417" fmla="*/ 9118 w 10030"/>
                <a:gd name="connsiteY1-5418" fmla="*/ 1250 h 10000"/>
                <a:gd name="connsiteX2-5419" fmla="*/ 8096 w 10030"/>
                <a:gd name="connsiteY2-5420" fmla="*/ 2174 h 10000"/>
                <a:gd name="connsiteX3-5421" fmla="*/ 6964 w 10030"/>
                <a:gd name="connsiteY3-5422" fmla="*/ 2826 h 10000"/>
                <a:gd name="connsiteX4-5423" fmla="*/ 5776 w 10030"/>
                <a:gd name="connsiteY4-5424" fmla="*/ 3152 h 10000"/>
                <a:gd name="connsiteX5-5425" fmla="*/ 5665 w 10030"/>
                <a:gd name="connsiteY5-5426" fmla="*/ 3913 h 10000"/>
                <a:gd name="connsiteX6-5427" fmla="*/ 5417 w 10030"/>
                <a:gd name="connsiteY6-5428" fmla="*/ 4457 h 10000"/>
                <a:gd name="connsiteX7-5429" fmla="*/ 5030 w 10030"/>
                <a:gd name="connsiteY7-5430" fmla="*/ 4620 h 10000"/>
                <a:gd name="connsiteX8-5431" fmla="*/ 4671 w 10030"/>
                <a:gd name="connsiteY8-5432" fmla="*/ 4457 h 10000"/>
                <a:gd name="connsiteX9-5433" fmla="*/ 4422 w 10030"/>
                <a:gd name="connsiteY9-5434" fmla="*/ 3913 h 10000"/>
                <a:gd name="connsiteX10-5435" fmla="*/ 4284 w 10030"/>
                <a:gd name="connsiteY10-5436" fmla="*/ 3152 h 10000"/>
                <a:gd name="connsiteX11-5437" fmla="*/ 3124 w 10030"/>
                <a:gd name="connsiteY11-5438" fmla="*/ 2826 h 10000"/>
                <a:gd name="connsiteX12-5439" fmla="*/ 2019 w 10030"/>
                <a:gd name="connsiteY12-5440" fmla="*/ 2174 h 10000"/>
                <a:gd name="connsiteX13-5441" fmla="*/ 997 w 10030"/>
                <a:gd name="connsiteY13-5442" fmla="*/ 1250 h 10000"/>
                <a:gd name="connsiteX14-5443" fmla="*/ 0 w 10030"/>
                <a:gd name="connsiteY14-5444" fmla="*/ 398 h 10000"/>
                <a:gd name="connsiteX15-5445" fmla="*/ 6 w 10030"/>
                <a:gd name="connsiteY15-5446" fmla="*/ 9441 h 10000"/>
                <a:gd name="connsiteX16-5447" fmla="*/ 279 w 10030"/>
                <a:gd name="connsiteY16-5448" fmla="*/ 10000 h 10000"/>
                <a:gd name="connsiteX17-5449" fmla="*/ 9754 w 10030"/>
                <a:gd name="connsiteY17-5450" fmla="*/ 10000 h 10000"/>
                <a:gd name="connsiteX18-5451" fmla="*/ 10030 w 10030"/>
                <a:gd name="connsiteY18-5452" fmla="*/ 9457 h 10000"/>
                <a:gd name="connsiteX19-5453" fmla="*/ 10030 w 10030"/>
                <a:gd name="connsiteY19-5454" fmla="*/ 0 h 10000"/>
                <a:gd name="connsiteX0-5455" fmla="*/ 10030 w 10030"/>
                <a:gd name="connsiteY0-5456" fmla="*/ 0 h 10000"/>
                <a:gd name="connsiteX1-5457" fmla="*/ 9118 w 10030"/>
                <a:gd name="connsiteY1-5458" fmla="*/ 1250 h 10000"/>
                <a:gd name="connsiteX2-5459" fmla="*/ 8096 w 10030"/>
                <a:gd name="connsiteY2-5460" fmla="*/ 2174 h 10000"/>
                <a:gd name="connsiteX3-5461" fmla="*/ 6964 w 10030"/>
                <a:gd name="connsiteY3-5462" fmla="*/ 2826 h 10000"/>
                <a:gd name="connsiteX4-5463" fmla="*/ 5776 w 10030"/>
                <a:gd name="connsiteY4-5464" fmla="*/ 3152 h 10000"/>
                <a:gd name="connsiteX5-5465" fmla="*/ 5665 w 10030"/>
                <a:gd name="connsiteY5-5466" fmla="*/ 3913 h 10000"/>
                <a:gd name="connsiteX6-5467" fmla="*/ 5417 w 10030"/>
                <a:gd name="connsiteY6-5468" fmla="*/ 4457 h 10000"/>
                <a:gd name="connsiteX7-5469" fmla="*/ 5030 w 10030"/>
                <a:gd name="connsiteY7-5470" fmla="*/ 4620 h 10000"/>
                <a:gd name="connsiteX8-5471" fmla="*/ 4671 w 10030"/>
                <a:gd name="connsiteY8-5472" fmla="*/ 4457 h 10000"/>
                <a:gd name="connsiteX9-5473" fmla="*/ 4422 w 10030"/>
                <a:gd name="connsiteY9-5474" fmla="*/ 3913 h 10000"/>
                <a:gd name="connsiteX10-5475" fmla="*/ 4284 w 10030"/>
                <a:gd name="connsiteY10-5476" fmla="*/ 3152 h 10000"/>
                <a:gd name="connsiteX11-5477" fmla="*/ 3124 w 10030"/>
                <a:gd name="connsiteY11-5478" fmla="*/ 2826 h 10000"/>
                <a:gd name="connsiteX12-5479" fmla="*/ 2019 w 10030"/>
                <a:gd name="connsiteY12-5480" fmla="*/ 2174 h 10000"/>
                <a:gd name="connsiteX13-5481" fmla="*/ 997 w 10030"/>
                <a:gd name="connsiteY13-5482" fmla="*/ 1250 h 10000"/>
                <a:gd name="connsiteX14-5483" fmla="*/ 0 w 10030"/>
                <a:gd name="connsiteY14-5484" fmla="*/ 398 h 10000"/>
                <a:gd name="connsiteX15-5485" fmla="*/ 6 w 10030"/>
                <a:gd name="connsiteY15-5486" fmla="*/ 9441 h 10000"/>
                <a:gd name="connsiteX16-5487" fmla="*/ 279 w 10030"/>
                <a:gd name="connsiteY16-5488" fmla="*/ 10000 h 10000"/>
                <a:gd name="connsiteX17-5489" fmla="*/ 9754 w 10030"/>
                <a:gd name="connsiteY17-5490" fmla="*/ 10000 h 10000"/>
                <a:gd name="connsiteX18-5491" fmla="*/ 10030 w 10030"/>
                <a:gd name="connsiteY18-5492" fmla="*/ 9457 h 10000"/>
                <a:gd name="connsiteX19-5493" fmla="*/ 10030 w 10030"/>
                <a:gd name="connsiteY19-5494" fmla="*/ 0 h 10000"/>
                <a:gd name="connsiteX0-5495" fmla="*/ 10030 w 10030"/>
                <a:gd name="connsiteY0-5496" fmla="*/ 0 h 10000"/>
                <a:gd name="connsiteX1-5497" fmla="*/ 9118 w 10030"/>
                <a:gd name="connsiteY1-5498" fmla="*/ 1250 h 10000"/>
                <a:gd name="connsiteX2-5499" fmla="*/ 8096 w 10030"/>
                <a:gd name="connsiteY2-5500" fmla="*/ 2174 h 10000"/>
                <a:gd name="connsiteX3-5501" fmla="*/ 6964 w 10030"/>
                <a:gd name="connsiteY3-5502" fmla="*/ 2826 h 10000"/>
                <a:gd name="connsiteX4-5503" fmla="*/ 5776 w 10030"/>
                <a:gd name="connsiteY4-5504" fmla="*/ 3152 h 10000"/>
                <a:gd name="connsiteX5-5505" fmla="*/ 5665 w 10030"/>
                <a:gd name="connsiteY5-5506" fmla="*/ 3913 h 10000"/>
                <a:gd name="connsiteX6-5507" fmla="*/ 5417 w 10030"/>
                <a:gd name="connsiteY6-5508" fmla="*/ 4457 h 10000"/>
                <a:gd name="connsiteX7-5509" fmla="*/ 5030 w 10030"/>
                <a:gd name="connsiteY7-5510" fmla="*/ 4620 h 10000"/>
                <a:gd name="connsiteX8-5511" fmla="*/ 4671 w 10030"/>
                <a:gd name="connsiteY8-5512" fmla="*/ 4457 h 10000"/>
                <a:gd name="connsiteX9-5513" fmla="*/ 4422 w 10030"/>
                <a:gd name="connsiteY9-5514" fmla="*/ 3913 h 10000"/>
                <a:gd name="connsiteX10-5515" fmla="*/ 4284 w 10030"/>
                <a:gd name="connsiteY10-5516" fmla="*/ 3152 h 10000"/>
                <a:gd name="connsiteX11-5517" fmla="*/ 3124 w 10030"/>
                <a:gd name="connsiteY11-5518" fmla="*/ 2826 h 10000"/>
                <a:gd name="connsiteX12-5519" fmla="*/ 2019 w 10030"/>
                <a:gd name="connsiteY12-5520" fmla="*/ 2174 h 10000"/>
                <a:gd name="connsiteX13-5521" fmla="*/ 0 w 10030"/>
                <a:gd name="connsiteY13-5522" fmla="*/ 398 h 10000"/>
                <a:gd name="connsiteX14-5523" fmla="*/ 6 w 10030"/>
                <a:gd name="connsiteY14-5524" fmla="*/ 9441 h 10000"/>
                <a:gd name="connsiteX15-5525" fmla="*/ 279 w 10030"/>
                <a:gd name="connsiteY15-5526" fmla="*/ 10000 h 10000"/>
                <a:gd name="connsiteX16-5527" fmla="*/ 9754 w 10030"/>
                <a:gd name="connsiteY16-5528" fmla="*/ 10000 h 10000"/>
                <a:gd name="connsiteX17-5529" fmla="*/ 10030 w 10030"/>
                <a:gd name="connsiteY17-5530" fmla="*/ 9457 h 10000"/>
                <a:gd name="connsiteX18-5531" fmla="*/ 10030 w 10030"/>
                <a:gd name="connsiteY18-5532" fmla="*/ 0 h 10000"/>
                <a:gd name="connsiteX0-5533" fmla="*/ 10030 w 10030"/>
                <a:gd name="connsiteY0-5534" fmla="*/ 0 h 10000"/>
                <a:gd name="connsiteX1-5535" fmla="*/ 9118 w 10030"/>
                <a:gd name="connsiteY1-5536" fmla="*/ 1250 h 10000"/>
                <a:gd name="connsiteX2-5537" fmla="*/ 8096 w 10030"/>
                <a:gd name="connsiteY2-5538" fmla="*/ 2174 h 10000"/>
                <a:gd name="connsiteX3-5539" fmla="*/ 6964 w 10030"/>
                <a:gd name="connsiteY3-5540" fmla="*/ 2826 h 10000"/>
                <a:gd name="connsiteX4-5541" fmla="*/ 5776 w 10030"/>
                <a:gd name="connsiteY4-5542" fmla="*/ 3152 h 10000"/>
                <a:gd name="connsiteX5-5543" fmla="*/ 5665 w 10030"/>
                <a:gd name="connsiteY5-5544" fmla="*/ 3913 h 10000"/>
                <a:gd name="connsiteX6-5545" fmla="*/ 5417 w 10030"/>
                <a:gd name="connsiteY6-5546" fmla="*/ 4457 h 10000"/>
                <a:gd name="connsiteX7-5547" fmla="*/ 5030 w 10030"/>
                <a:gd name="connsiteY7-5548" fmla="*/ 4620 h 10000"/>
                <a:gd name="connsiteX8-5549" fmla="*/ 4671 w 10030"/>
                <a:gd name="connsiteY8-5550" fmla="*/ 4457 h 10000"/>
                <a:gd name="connsiteX9-5551" fmla="*/ 4422 w 10030"/>
                <a:gd name="connsiteY9-5552" fmla="*/ 3913 h 10000"/>
                <a:gd name="connsiteX10-5553" fmla="*/ 4284 w 10030"/>
                <a:gd name="connsiteY10-5554" fmla="*/ 3152 h 10000"/>
                <a:gd name="connsiteX11-5555" fmla="*/ 3124 w 10030"/>
                <a:gd name="connsiteY11-5556" fmla="*/ 2826 h 10000"/>
                <a:gd name="connsiteX12-5557" fmla="*/ 0 w 10030"/>
                <a:gd name="connsiteY12-5558" fmla="*/ 398 h 10000"/>
                <a:gd name="connsiteX13-5559" fmla="*/ 6 w 10030"/>
                <a:gd name="connsiteY13-5560" fmla="*/ 9441 h 10000"/>
                <a:gd name="connsiteX14-5561" fmla="*/ 279 w 10030"/>
                <a:gd name="connsiteY14-5562" fmla="*/ 10000 h 10000"/>
                <a:gd name="connsiteX15-5563" fmla="*/ 9754 w 10030"/>
                <a:gd name="connsiteY15-5564" fmla="*/ 10000 h 10000"/>
                <a:gd name="connsiteX16-5565" fmla="*/ 10030 w 10030"/>
                <a:gd name="connsiteY16-5566" fmla="*/ 9457 h 10000"/>
                <a:gd name="connsiteX17-5567" fmla="*/ 10030 w 10030"/>
                <a:gd name="connsiteY17-5568" fmla="*/ 0 h 10000"/>
                <a:gd name="connsiteX0-5569" fmla="*/ 10030 w 10030"/>
                <a:gd name="connsiteY0-5570" fmla="*/ 0 h 10000"/>
                <a:gd name="connsiteX1-5571" fmla="*/ 9118 w 10030"/>
                <a:gd name="connsiteY1-5572" fmla="*/ 1250 h 10000"/>
                <a:gd name="connsiteX2-5573" fmla="*/ 8096 w 10030"/>
                <a:gd name="connsiteY2-5574" fmla="*/ 2174 h 10000"/>
                <a:gd name="connsiteX3-5575" fmla="*/ 6964 w 10030"/>
                <a:gd name="connsiteY3-5576" fmla="*/ 2826 h 10000"/>
                <a:gd name="connsiteX4-5577" fmla="*/ 5776 w 10030"/>
                <a:gd name="connsiteY4-5578" fmla="*/ 3152 h 10000"/>
                <a:gd name="connsiteX5-5579" fmla="*/ 5665 w 10030"/>
                <a:gd name="connsiteY5-5580" fmla="*/ 3913 h 10000"/>
                <a:gd name="connsiteX6-5581" fmla="*/ 5417 w 10030"/>
                <a:gd name="connsiteY6-5582" fmla="*/ 4457 h 10000"/>
                <a:gd name="connsiteX7-5583" fmla="*/ 5030 w 10030"/>
                <a:gd name="connsiteY7-5584" fmla="*/ 4620 h 10000"/>
                <a:gd name="connsiteX8-5585" fmla="*/ 4671 w 10030"/>
                <a:gd name="connsiteY8-5586" fmla="*/ 4457 h 10000"/>
                <a:gd name="connsiteX9-5587" fmla="*/ 4422 w 10030"/>
                <a:gd name="connsiteY9-5588" fmla="*/ 3913 h 10000"/>
                <a:gd name="connsiteX10-5589" fmla="*/ 4284 w 10030"/>
                <a:gd name="connsiteY10-5590" fmla="*/ 3152 h 10000"/>
                <a:gd name="connsiteX11-5591" fmla="*/ 0 w 10030"/>
                <a:gd name="connsiteY11-5592" fmla="*/ 398 h 10000"/>
                <a:gd name="connsiteX12-5593" fmla="*/ 6 w 10030"/>
                <a:gd name="connsiteY12-5594" fmla="*/ 9441 h 10000"/>
                <a:gd name="connsiteX13-5595" fmla="*/ 279 w 10030"/>
                <a:gd name="connsiteY13-5596" fmla="*/ 10000 h 10000"/>
                <a:gd name="connsiteX14-5597" fmla="*/ 9754 w 10030"/>
                <a:gd name="connsiteY14-5598" fmla="*/ 10000 h 10000"/>
                <a:gd name="connsiteX15-5599" fmla="*/ 10030 w 10030"/>
                <a:gd name="connsiteY15-5600" fmla="*/ 9457 h 10000"/>
                <a:gd name="connsiteX16-5601" fmla="*/ 10030 w 10030"/>
                <a:gd name="connsiteY16-5602" fmla="*/ 0 h 10000"/>
                <a:gd name="connsiteX0-5603" fmla="*/ 10030 w 10030"/>
                <a:gd name="connsiteY0-5604" fmla="*/ 0 h 10000"/>
                <a:gd name="connsiteX1-5605" fmla="*/ 9118 w 10030"/>
                <a:gd name="connsiteY1-5606" fmla="*/ 1250 h 10000"/>
                <a:gd name="connsiteX2-5607" fmla="*/ 8096 w 10030"/>
                <a:gd name="connsiteY2-5608" fmla="*/ 2174 h 10000"/>
                <a:gd name="connsiteX3-5609" fmla="*/ 6964 w 10030"/>
                <a:gd name="connsiteY3-5610" fmla="*/ 2826 h 10000"/>
                <a:gd name="connsiteX4-5611" fmla="*/ 5776 w 10030"/>
                <a:gd name="connsiteY4-5612" fmla="*/ 3152 h 10000"/>
                <a:gd name="connsiteX5-5613" fmla="*/ 5665 w 10030"/>
                <a:gd name="connsiteY5-5614" fmla="*/ 3913 h 10000"/>
                <a:gd name="connsiteX6-5615" fmla="*/ 5417 w 10030"/>
                <a:gd name="connsiteY6-5616" fmla="*/ 4457 h 10000"/>
                <a:gd name="connsiteX7-5617" fmla="*/ 5030 w 10030"/>
                <a:gd name="connsiteY7-5618" fmla="*/ 4620 h 10000"/>
                <a:gd name="connsiteX8-5619" fmla="*/ 4671 w 10030"/>
                <a:gd name="connsiteY8-5620" fmla="*/ 4457 h 10000"/>
                <a:gd name="connsiteX9-5621" fmla="*/ 4422 w 10030"/>
                <a:gd name="connsiteY9-5622" fmla="*/ 3913 h 10000"/>
                <a:gd name="connsiteX10-5623" fmla="*/ 4284 w 10030"/>
                <a:gd name="connsiteY10-5624" fmla="*/ 3152 h 10000"/>
                <a:gd name="connsiteX11-5625" fmla="*/ 0 w 10030"/>
                <a:gd name="connsiteY11-5626" fmla="*/ 398 h 10000"/>
                <a:gd name="connsiteX12-5627" fmla="*/ 6 w 10030"/>
                <a:gd name="connsiteY12-5628" fmla="*/ 9441 h 10000"/>
                <a:gd name="connsiteX13-5629" fmla="*/ 279 w 10030"/>
                <a:gd name="connsiteY13-5630" fmla="*/ 10000 h 10000"/>
                <a:gd name="connsiteX14-5631" fmla="*/ 9754 w 10030"/>
                <a:gd name="connsiteY14-5632" fmla="*/ 10000 h 10000"/>
                <a:gd name="connsiteX15-5633" fmla="*/ 10030 w 10030"/>
                <a:gd name="connsiteY15-5634" fmla="*/ 9457 h 10000"/>
                <a:gd name="connsiteX16-5635" fmla="*/ 10030 w 10030"/>
                <a:gd name="connsiteY16-5636" fmla="*/ 0 h 10000"/>
                <a:gd name="connsiteX0-5637" fmla="*/ 10030 w 10030"/>
                <a:gd name="connsiteY0-5638" fmla="*/ 0 h 10000"/>
                <a:gd name="connsiteX1-5639" fmla="*/ 9118 w 10030"/>
                <a:gd name="connsiteY1-5640" fmla="*/ 1250 h 10000"/>
                <a:gd name="connsiteX2-5641" fmla="*/ 8096 w 10030"/>
                <a:gd name="connsiteY2-5642" fmla="*/ 2174 h 10000"/>
                <a:gd name="connsiteX3-5643" fmla="*/ 6964 w 10030"/>
                <a:gd name="connsiteY3-5644" fmla="*/ 2826 h 10000"/>
                <a:gd name="connsiteX4-5645" fmla="*/ 5776 w 10030"/>
                <a:gd name="connsiteY4-5646" fmla="*/ 3152 h 10000"/>
                <a:gd name="connsiteX5-5647" fmla="*/ 5665 w 10030"/>
                <a:gd name="connsiteY5-5648" fmla="*/ 3913 h 10000"/>
                <a:gd name="connsiteX6-5649" fmla="*/ 5417 w 10030"/>
                <a:gd name="connsiteY6-5650" fmla="*/ 4457 h 10000"/>
                <a:gd name="connsiteX7-5651" fmla="*/ 5030 w 10030"/>
                <a:gd name="connsiteY7-5652" fmla="*/ 4620 h 10000"/>
                <a:gd name="connsiteX8-5653" fmla="*/ 4671 w 10030"/>
                <a:gd name="connsiteY8-5654" fmla="*/ 4457 h 10000"/>
                <a:gd name="connsiteX9-5655" fmla="*/ 4422 w 10030"/>
                <a:gd name="connsiteY9-5656" fmla="*/ 3913 h 10000"/>
                <a:gd name="connsiteX10-5657" fmla="*/ 4284 w 10030"/>
                <a:gd name="connsiteY10-5658" fmla="*/ 3152 h 10000"/>
                <a:gd name="connsiteX11-5659" fmla="*/ 0 w 10030"/>
                <a:gd name="connsiteY11-5660" fmla="*/ 398 h 10000"/>
                <a:gd name="connsiteX12-5661" fmla="*/ 6 w 10030"/>
                <a:gd name="connsiteY12-5662" fmla="*/ 9441 h 10000"/>
                <a:gd name="connsiteX13-5663" fmla="*/ 279 w 10030"/>
                <a:gd name="connsiteY13-5664" fmla="*/ 10000 h 10000"/>
                <a:gd name="connsiteX14-5665" fmla="*/ 9754 w 10030"/>
                <a:gd name="connsiteY14-5666" fmla="*/ 10000 h 10000"/>
                <a:gd name="connsiteX15-5667" fmla="*/ 10030 w 10030"/>
                <a:gd name="connsiteY15-5668" fmla="*/ 9457 h 10000"/>
                <a:gd name="connsiteX16-5669" fmla="*/ 10030 w 10030"/>
                <a:gd name="connsiteY16-5670" fmla="*/ 0 h 10000"/>
                <a:gd name="connsiteX0-5671" fmla="*/ 10030 w 10030"/>
                <a:gd name="connsiteY0-5672" fmla="*/ 0 h 10000"/>
                <a:gd name="connsiteX1-5673" fmla="*/ 9118 w 10030"/>
                <a:gd name="connsiteY1-5674" fmla="*/ 1250 h 10000"/>
                <a:gd name="connsiteX2-5675" fmla="*/ 8096 w 10030"/>
                <a:gd name="connsiteY2-5676" fmla="*/ 2174 h 10000"/>
                <a:gd name="connsiteX3-5677" fmla="*/ 5776 w 10030"/>
                <a:gd name="connsiteY3-5678" fmla="*/ 3152 h 10000"/>
                <a:gd name="connsiteX4-5679" fmla="*/ 5665 w 10030"/>
                <a:gd name="connsiteY4-5680" fmla="*/ 3913 h 10000"/>
                <a:gd name="connsiteX5-5681" fmla="*/ 5417 w 10030"/>
                <a:gd name="connsiteY5-5682" fmla="*/ 4457 h 10000"/>
                <a:gd name="connsiteX6-5683" fmla="*/ 5030 w 10030"/>
                <a:gd name="connsiteY6-5684" fmla="*/ 4620 h 10000"/>
                <a:gd name="connsiteX7-5685" fmla="*/ 4671 w 10030"/>
                <a:gd name="connsiteY7-5686" fmla="*/ 4457 h 10000"/>
                <a:gd name="connsiteX8-5687" fmla="*/ 4422 w 10030"/>
                <a:gd name="connsiteY8-5688" fmla="*/ 3913 h 10000"/>
                <a:gd name="connsiteX9-5689" fmla="*/ 4284 w 10030"/>
                <a:gd name="connsiteY9-5690" fmla="*/ 3152 h 10000"/>
                <a:gd name="connsiteX10-5691" fmla="*/ 0 w 10030"/>
                <a:gd name="connsiteY10-5692" fmla="*/ 398 h 10000"/>
                <a:gd name="connsiteX11-5693" fmla="*/ 6 w 10030"/>
                <a:gd name="connsiteY11-5694" fmla="*/ 9441 h 10000"/>
                <a:gd name="connsiteX12-5695" fmla="*/ 279 w 10030"/>
                <a:gd name="connsiteY12-5696" fmla="*/ 10000 h 10000"/>
                <a:gd name="connsiteX13-5697" fmla="*/ 9754 w 10030"/>
                <a:gd name="connsiteY13-5698" fmla="*/ 10000 h 10000"/>
                <a:gd name="connsiteX14-5699" fmla="*/ 10030 w 10030"/>
                <a:gd name="connsiteY14-5700" fmla="*/ 9457 h 10000"/>
                <a:gd name="connsiteX15-5701" fmla="*/ 10030 w 10030"/>
                <a:gd name="connsiteY15-5702" fmla="*/ 0 h 10000"/>
                <a:gd name="connsiteX0-5703" fmla="*/ 10030 w 10030"/>
                <a:gd name="connsiteY0-5704" fmla="*/ 0 h 10000"/>
                <a:gd name="connsiteX1-5705" fmla="*/ 9118 w 10030"/>
                <a:gd name="connsiteY1-5706" fmla="*/ 1250 h 10000"/>
                <a:gd name="connsiteX2-5707" fmla="*/ 5776 w 10030"/>
                <a:gd name="connsiteY2-5708" fmla="*/ 3152 h 10000"/>
                <a:gd name="connsiteX3-5709" fmla="*/ 5665 w 10030"/>
                <a:gd name="connsiteY3-5710" fmla="*/ 3913 h 10000"/>
                <a:gd name="connsiteX4-5711" fmla="*/ 5417 w 10030"/>
                <a:gd name="connsiteY4-5712" fmla="*/ 4457 h 10000"/>
                <a:gd name="connsiteX5-5713" fmla="*/ 5030 w 10030"/>
                <a:gd name="connsiteY5-5714" fmla="*/ 4620 h 10000"/>
                <a:gd name="connsiteX6-5715" fmla="*/ 4671 w 10030"/>
                <a:gd name="connsiteY6-5716" fmla="*/ 4457 h 10000"/>
                <a:gd name="connsiteX7-5717" fmla="*/ 4422 w 10030"/>
                <a:gd name="connsiteY7-5718" fmla="*/ 3913 h 10000"/>
                <a:gd name="connsiteX8-5719" fmla="*/ 4284 w 10030"/>
                <a:gd name="connsiteY8-5720" fmla="*/ 3152 h 10000"/>
                <a:gd name="connsiteX9-5721" fmla="*/ 0 w 10030"/>
                <a:gd name="connsiteY9-5722" fmla="*/ 398 h 10000"/>
                <a:gd name="connsiteX10-5723" fmla="*/ 6 w 10030"/>
                <a:gd name="connsiteY10-5724" fmla="*/ 9441 h 10000"/>
                <a:gd name="connsiteX11-5725" fmla="*/ 279 w 10030"/>
                <a:gd name="connsiteY11-5726" fmla="*/ 10000 h 10000"/>
                <a:gd name="connsiteX12-5727" fmla="*/ 9754 w 10030"/>
                <a:gd name="connsiteY12-5728" fmla="*/ 10000 h 10000"/>
                <a:gd name="connsiteX13-5729" fmla="*/ 10030 w 10030"/>
                <a:gd name="connsiteY13-5730" fmla="*/ 9457 h 10000"/>
                <a:gd name="connsiteX14-5731" fmla="*/ 10030 w 10030"/>
                <a:gd name="connsiteY14-5732" fmla="*/ 0 h 10000"/>
                <a:gd name="connsiteX0-5733" fmla="*/ 10030 w 10030"/>
                <a:gd name="connsiteY0-5734" fmla="*/ 0 h 10000"/>
                <a:gd name="connsiteX1-5735" fmla="*/ 5776 w 10030"/>
                <a:gd name="connsiteY1-5736" fmla="*/ 3152 h 10000"/>
                <a:gd name="connsiteX2-5737" fmla="*/ 5665 w 10030"/>
                <a:gd name="connsiteY2-5738" fmla="*/ 3913 h 10000"/>
                <a:gd name="connsiteX3-5739" fmla="*/ 5417 w 10030"/>
                <a:gd name="connsiteY3-5740" fmla="*/ 4457 h 10000"/>
                <a:gd name="connsiteX4-5741" fmla="*/ 5030 w 10030"/>
                <a:gd name="connsiteY4-5742" fmla="*/ 4620 h 10000"/>
                <a:gd name="connsiteX5-5743" fmla="*/ 4671 w 10030"/>
                <a:gd name="connsiteY5-5744" fmla="*/ 4457 h 10000"/>
                <a:gd name="connsiteX6-5745" fmla="*/ 4422 w 10030"/>
                <a:gd name="connsiteY6-5746" fmla="*/ 3913 h 10000"/>
                <a:gd name="connsiteX7-5747" fmla="*/ 4284 w 10030"/>
                <a:gd name="connsiteY7-5748" fmla="*/ 3152 h 10000"/>
                <a:gd name="connsiteX8-5749" fmla="*/ 0 w 10030"/>
                <a:gd name="connsiteY8-5750" fmla="*/ 398 h 10000"/>
                <a:gd name="connsiteX9-5751" fmla="*/ 6 w 10030"/>
                <a:gd name="connsiteY9-5752" fmla="*/ 9441 h 10000"/>
                <a:gd name="connsiteX10-5753" fmla="*/ 279 w 10030"/>
                <a:gd name="connsiteY10-5754" fmla="*/ 10000 h 10000"/>
                <a:gd name="connsiteX11-5755" fmla="*/ 9754 w 10030"/>
                <a:gd name="connsiteY11-5756" fmla="*/ 10000 h 10000"/>
                <a:gd name="connsiteX12-5757" fmla="*/ 10030 w 10030"/>
                <a:gd name="connsiteY12-5758" fmla="*/ 9457 h 10000"/>
                <a:gd name="connsiteX13-5759" fmla="*/ 10030 w 10030"/>
                <a:gd name="connsiteY13-5760" fmla="*/ 0 h 10000"/>
                <a:gd name="connsiteX0-5761" fmla="*/ 10030 w 10030"/>
                <a:gd name="connsiteY0-5762" fmla="*/ 0 h 10000"/>
                <a:gd name="connsiteX1-5763" fmla="*/ 5776 w 10030"/>
                <a:gd name="connsiteY1-5764" fmla="*/ 3152 h 10000"/>
                <a:gd name="connsiteX2-5765" fmla="*/ 5665 w 10030"/>
                <a:gd name="connsiteY2-5766" fmla="*/ 3913 h 10000"/>
                <a:gd name="connsiteX3-5767" fmla="*/ 5417 w 10030"/>
                <a:gd name="connsiteY3-5768" fmla="*/ 4457 h 10000"/>
                <a:gd name="connsiteX4-5769" fmla="*/ 5030 w 10030"/>
                <a:gd name="connsiteY4-5770" fmla="*/ 4620 h 10000"/>
                <a:gd name="connsiteX5-5771" fmla="*/ 4671 w 10030"/>
                <a:gd name="connsiteY5-5772" fmla="*/ 4457 h 10000"/>
                <a:gd name="connsiteX6-5773" fmla="*/ 4422 w 10030"/>
                <a:gd name="connsiteY6-5774" fmla="*/ 3913 h 10000"/>
                <a:gd name="connsiteX7-5775" fmla="*/ 4284 w 10030"/>
                <a:gd name="connsiteY7-5776" fmla="*/ 3152 h 10000"/>
                <a:gd name="connsiteX8-5777" fmla="*/ 0 w 10030"/>
                <a:gd name="connsiteY8-5778" fmla="*/ 398 h 10000"/>
                <a:gd name="connsiteX9-5779" fmla="*/ 6 w 10030"/>
                <a:gd name="connsiteY9-5780" fmla="*/ 9441 h 10000"/>
                <a:gd name="connsiteX10-5781" fmla="*/ 279 w 10030"/>
                <a:gd name="connsiteY10-5782" fmla="*/ 10000 h 10000"/>
                <a:gd name="connsiteX11-5783" fmla="*/ 9754 w 10030"/>
                <a:gd name="connsiteY11-5784" fmla="*/ 10000 h 10000"/>
                <a:gd name="connsiteX12-5785" fmla="*/ 10030 w 10030"/>
                <a:gd name="connsiteY12-5786" fmla="*/ 9457 h 10000"/>
                <a:gd name="connsiteX13-5787" fmla="*/ 10030 w 10030"/>
                <a:gd name="connsiteY13-5788" fmla="*/ 0 h 10000"/>
                <a:gd name="connsiteX0-5789" fmla="*/ 10030 w 10030"/>
                <a:gd name="connsiteY0-5790" fmla="*/ 0 h 10000"/>
                <a:gd name="connsiteX1-5791" fmla="*/ 5776 w 10030"/>
                <a:gd name="connsiteY1-5792" fmla="*/ 3152 h 10000"/>
                <a:gd name="connsiteX2-5793" fmla="*/ 5665 w 10030"/>
                <a:gd name="connsiteY2-5794" fmla="*/ 3913 h 10000"/>
                <a:gd name="connsiteX3-5795" fmla="*/ 5417 w 10030"/>
                <a:gd name="connsiteY3-5796" fmla="*/ 4457 h 10000"/>
                <a:gd name="connsiteX4-5797" fmla="*/ 5030 w 10030"/>
                <a:gd name="connsiteY4-5798" fmla="*/ 4620 h 10000"/>
                <a:gd name="connsiteX5-5799" fmla="*/ 4671 w 10030"/>
                <a:gd name="connsiteY5-5800" fmla="*/ 4457 h 10000"/>
                <a:gd name="connsiteX6-5801" fmla="*/ 4422 w 10030"/>
                <a:gd name="connsiteY6-5802" fmla="*/ 3913 h 10000"/>
                <a:gd name="connsiteX7-5803" fmla="*/ 4284 w 10030"/>
                <a:gd name="connsiteY7-5804" fmla="*/ 3152 h 10000"/>
                <a:gd name="connsiteX8-5805" fmla="*/ 0 w 10030"/>
                <a:gd name="connsiteY8-5806" fmla="*/ 398 h 10000"/>
                <a:gd name="connsiteX9-5807" fmla="*/ 6 w 10030"/>
                <a:gd name="connsiteY9-5808" fmla="*/ 9441 h 10000"/>
                <a:gd name="connsiteX10-5809" fmla="*/ 279 w 10030"/>
                <a:gd name="connsiteY10-5810" fmla="*/ 10000 h 10000"/>
                <a:gd name="connsiteX11-5811" fmla="*/ 9754 w 10030"/>
                <a:gd name="connsiteY11-5812" fmla="*/ 10000 h 10000"/>
                <a:gd name="connsiteX12-5813" fmla="*/ 10030 w 10030"/>
                <a:gd name="connsiteY12-5814" fmla="*/ 9457 h 10000"/>
                <a:gd name="connsiteX13-5815" fmla="*/ 10030 w 10030"/>
                <a:gd name="connsiteY13-5816" fmla="*/ 0 h 10000"/>
                <a:gd name="connsiteX0-5817" fmla="*/ 10030 w 10030"/>
                <a:gd name="connsiteY0-5818" fmla="*/ 0 h 10000"/>
                <a:gd name="connsiteX1-5819" fmla="*/ 5776 w 10030"/>
                <a:gd name="connsiteY1-5820" fmla="*/ 3152 h 10000"/>
                <a:gd name="connsiteX2-5821" fmla="*/ 5665 w 10030"/>
                <a:gd name="connsiteY2-5822" fmla="*/ 3913 h 10000"/>
                <a:gd name="connsiteX3-5823" fmla="*/ 5417 w 10030"/>
                <a:gd name="connsiteY3-5824" fmla="*/ 4457 h 10000"/>
                <a:gd name="connsiteX4-5825" fmla="*/ 5030 w 10030"/>
                <a:gd name="connsiteY4-5826" fmla="*/ 4620 h 10000"/>
                <a:gd name="connsiteX5-5827" fmla="*/ 4671 w 10030"/>
                <a:gd name="connsiteY5-5828" fmla="*/ 4457 h 10000"/>
                <a:gd name="connsiteX6-5829" fmla="*/ 4422 w 10030"/>
                <a:gd name="connsiteY6-5830" fmla="*/ 3913 h 10000"/>
                <a:gd name="connsiteX7-5831" fmla="*/ 4284 w 10030"/>
                <a:gd name="connsiteY7-5832" fmla="*/ 3152 h 10000"/>
                <a:gd name="connsiteX8-5833" fmla="*/ 0 w 10030"/>
                <a:gd name="connsiteY8-5834" fmla="*/ 398 h 10000"/>
                <a:gd name="connsiteX9-5835" fmla="*/ 6 w 10030"/>
                <a:gd name="connsiteY9-5836" fmla="*/ 9441 h 10000"/>
                <a:gd name="connsiteX10-5837" fmla="*/ 279 w 10030"/>
                <a:gd name="connsiteY10-5838" fmla="*/ 10000 h 10000"/>
                <a:gd name="connsiteX11-5839" fmla="*/ 9754 w 10030"/>
                <a:gd name="connsiteY11-5840" fmla="*/ 10000 h 10000"/>
                <a:gd name="connsiteX12-5841" fmla="*/ 10030 w 10030"/>
                <a:gd name="connsiteY12-5842" fmla="*/ 9457 h 10000"/>
                <a:gd name="connsiteX13-5843" fmla="*/ 10030 w 10030"/>
                <a:gd name="connsiteY13-5844" fmla="*/ 0 h 10000"/>
                <a:gd name="connsiteX0-5845" fmla="*/ 10030 w 10030"/>
                <a:gd name="connsiteY0-5846" fmla="*/ 0 h 10000"/>
                <a:gd name="connsiteX1-5847" fmla="*/ 5776 w 10030"/>
                <a:gd name="connsiteY1-5848" fmla="*/ 3152 h 10000"/>
                <a:gd name="connsiteX2-5849" fmla="*/ 5665 w 10030"/>
                <a:gd name="connsiteY2-5850" fmla="*/ 3913 h 10000"/>
                <a:gd name="connsiteX3-5851" fmla="*/ 5417 w 10030"/>
                <a:gd name="connsiteY3-5852" fmla="*/ 4457 h 10000"/>
                <a:gd name="connsiteX4-5853" fmla="*/ 5030 w 10030"/>
                <a:gd name="connsiteY4-5854" fmla="*/ 4620 h 10000"/>
                <a:gd name="connsiteX5-5855" fmla="*/ 4671 w 10030"/>
                <a:gd name="connsiteY5-5856" fmla="*/ 4457 h 10000"/>
                <a:gd name="connsiteX6-5857" fmla="*/ 4422 w 10030"/>
                <a:gd name="connsiteY6-5858" fmla="*/ 3913 h 10000"/>
                <a:gd name="connsiteX7-5859" fmla="*/ 4284 w 10030"/>
                <a:gd name="connsiteY7-5860" fmla="*/ 3152 h 10000"/>
                <a:gd name="connsiteX8-5861" fmla="*/ 0 w 10030"/>
                <a:gd name="connsiteY8-5862" fmla="*/ 398 h 10000"/>
                <a:gd name="connsiteX9-5863" fmla="*/ 6 w 10030"/>
                <a:gd name="connsiteY9-5864" fmla="*/ 9441 h 10000"/>
                <a:gd name="connsiteX10-5865" fmla="*/ 279 w 10030"/>
                <a:gd name="connsiteY10-5866" fmla="*/ 10000 h 10000"/>
                <a:gd name="connsiteX11-5867" fmla="*/ 9754 w 10030"/>
                <a:gd name="connsiteY11-5868" fmla="*/ 10000 h 10000"/>
                <a:gd name="connsiteX12-5869" fmla="*/ 10030 w 10030"/>
                <a:gd name="connsiteY12-5870" fmla="*/ 9457 h 10000"/>
                <a:gd name="connsiteX13-5871" fmla="*/ 10030 w 10030"/>
                <a:gd name="connsiteY13-5872" fmla="*/ 0 h 10000"/>
                <a:gd name="connsiteX0-5873" fmla="*/ 10030 w 10030"/>
                <a:gd name="connsiteY0-5874" fmla="*/ 0 h 10000"/>
                <a:gd name="connsiteX1-5875" fmla="*/ 5776 w 10030"/>
                <a:gd name="connsiteY1-5876" fmla="*/ 3152 h 10000"/>
                <a:gd name="connsiteX2-5877" fmla="*/ 5665 w 10030"/>
                <a:gd name="connsiteY2-5878" fmla="*/ 3913 h 10000"/>
                <a:gd name="connsiteX3-5879" fmla="*/ 5417 w 10030"/>
                <a:gd name="connsiteY3-5880" fmla="*/ 4457 h 10000"/>
                <a:gd name="connsiteX4-5881" fmla="*/ 5030 w 10030"/>
                <a:gd name="connsiteY4-5882" fmla="*/ 4620 h 10000"/>
                <a:gd name="connsiteX5-5883" fmla="*/ 4671 w 10030"/>
                <a:gd name="connsiteY5-5884" fmla="*/ 4457 h 10000"/>
                <a:gd name="connsiteX6-5885" fmla="*/ 4422 w 10030"/>
                <a:gd name="connsiteY6-5886" fmla="*/ 3913 h 10000"/>
                <a:gd name="connsiteX7-5887" fmla="*/ 4284 w 10030"/>
                <a:gd name="connsiteY7-5888" fmla="*/ 3152 h 10000"/>
                <a:gd name="connsiteX8-5889" fmla="*/ 0 w 10030"/>
                <a:gd name="connsiteY8-5890" fmla="*/ 398 h 10000"/>
                <a:gd name="connsiteX9-5891" fmla="*/ 6 w 10030"/>
                <a:gd name="connsiteY9-5892" fmla="*/ 9441 h 10000"/>
                <a:gd name="connsiteX10-5893" fmla="*/ 279 w 10030"/>
                <a:gd name="connsiteY10-5894" fmla="*/ 10000 h 10000"/>
                <a:gd name="connsiteX11-5895" fmla="*/ 9754 w 10030"/>
                <a:gd name="connsiteY11-5896" fmla="*/ 10000 h 10000"/>
                <a:gd name="connsiteX12-5897" fmla="*/ 10030 w 10030"/>
                <a:gd name="connsiteY12-5898" fmla="*/ 9457 h 10000"/>
                <a:gd name="connsiteX13-5899" fmla="*/ 10030 w 10030"/>
                <a:gd name="connsiteY13-5900" fmla="*/ 0 h 10000"/>
                <a:gd name="connsiteX0-5901" fmla="*/ 10030 w 10030"/>
                <a:gd name="connsiteY0-5902" fmla="*/ 0 h 10000"/>
                <a:gd name="connsiteX1-5903" fmla="*/ 5776 w 10030"/>
                <a:gd name="connsiteY1-5904" fmla="*/ 3152 h 10000"/>
                <a:gd name="connsiteX2-5905" fmla="*/ 5665 w 10030"/>
                <a:gd name="connsiteY2-5906" fmla="*/ 3913 h 10000"/>
                <a:gd name="connsiteX3-5907" fmla="*/ 5417 w 10030"/>
                <a:gd name="connsiteY3-5908" fmla="*/ 4457 h 10000"/>
                <a:gd name="connsiteX4-5909" fmla="*/ 5030 w 10030"/>
                <a:gd name="connsiteY4-5910" fmla="*/ 4620 h 10000"/>
                <a:gd name="connsiteX5-5911" fmla="*/ 4671 w 10030"/>
                <a:gd name="connsiteY5-5912" fmla="*/ 4457 h 10000"/>
                <a:gd name="connsiteX6-5913" fmla="*/ 4284 w 10030"/>
                <a:gd name="connsiteY6-5914" fmla="*/ 3152 h 10000"/>
                <a:gd name="connsiteX7-5915" fmla="*/ 0 w 10030"/>
                <a:gd name="connsiteY7-5916" fmla="*/ 398 h 10000"/>
                <a:gd name="connsiteX8-5917" fmla="*/ 6 w 10030"/>
                <a:gd name="connsiteY8-5918" fmla="*/ 9441 h 10000"/>
                <a:gd name="connsiteX9-5919" fmla="*/ 279 w 10030"/>
                <a:gd name="connsiteY9-5920" fmla="*/ 10000 h 10000"/>
                <a:gd name="connsiteX10-5921" fmla="*/ 9754 w 10030"/>
                <a:gd name="connsiteY10-5922" fmla="*/ 10000 h 10000"/>
                <a:gd name="connsiteX11-5923" fmla="*/ 10030 w 10030"/>
                <a:gd name="connsiteY11-5924" fmla="*/ 9457 h 10000"/>
                <a:gd name="connsiteX12-5925" fmla="*/ 10030 w 10030"/>
                <a:gd name="connsiteY12-5926" fmla="*/ 0 h 10000"/>
                <a:gd name="connsiteX0-5927" fmla="*/ 10030 w 10030"/>
                <a:gd name="connsiteY0-5928" fmla="*/ 0 h 10000"/>
                <a:gd name="connsiteX1-5929" fmla="*/ 5776 w 10030"/>
                <a:gd name="connsiteY1-5930" fmla="*/ 3152 h 10000"/>
                <a:gd name="connsiteX2-5931" fmla="*/ 5665 w 10030"/>
                <a:gd name="connsiteY2-5932" fmla="*/ 3913 h 10000"/>
                <a:gd name="connsiteX3-5933" fmla="*/ 5417 w 10030"/>
                <a:gd name="connsiteY3-5934" fmla="*/ 4457 h 10000"/>
                <a:gd name="connsiteX4-5935" fmla="*/ 5030 w 10030"/>
                <a:gd name="connsiteY4-5936" fmla="*/ 4620 h 10000"/>
                <a:gd name="connsiteX5-5937" fmla="*/ 4284 w 10030"/>
                <a:gd name="connsiteY5-5938" fmla="*/ 3152 h 10000"/>
                <a:gd name="connsiteX6-5939" fmla="*/ 0 w 10030"/>
                <a:gd name="connsiteY6-5940" fmla="*/ 398 h 10000"/>
                <a:gd name="connsiteX7-5941" fmla="*/ 6 w 10030"/>
                <a:gd name="connsiteY7-5942" fmla="*/ 9441 h 10000"/>
                <a:gd name="connsiteX8-5943" fmla="*/ 279 w 10030"/>
                <a:gd name="connsiteY8-5944" fmla="*/ 10000 h 10000"/>
                <a:gd name="connsiteX9-5945" fmla="*/ 9754 w 10030"/>
                <a:gd name="connsiteY9-5946" fmla="*/ 10000 h 10000"/>
                <a:gd name="connsiteX10-5947" fmla="*/ 10030 w 10030"/>
                <a:gd name="connsiteY10-5948" fmla="*/ 9457 h 10000"/>
                <a:gd name="connsiteX11-5949" fmla="*/ 10030 w 10030"/>
                <a:gd name="connsiteY11-5950" fmla="*/ 0 h 10000"/>
                <a:gd name="connsiteX0-5951" fmla="*/ 10030 w 10030"/>
                <a:gd name="connsiteY0-5952" fmla="*/ 0 h 10000"/>
                <a:gd name="connsiteX1-5953" fmla="*/ 5776 w 10030"/>
                <a:gd name="connsiteY1-5954" fmla="*/ 3152 h 10000"/>
                <a:gd name="connsiteX2-5955" fmla="*/ 5665 w 10030"/>
                <a:gd name="connsiteY2-5956" fmla="*/ 3913 h 10000"/>
                <a:gd name="connsiteX3-5957" fmla="*/ 5417 w 10030"/>
                <a:gd name="connsiteY3-5958" fmla="*/ 4457 h 10000"/>
                <a:gd name="connsiteX4-5959" fmla="*/ 5030 w 10030"/>
                <a:gd name="connsiteY4-5960" fmla="*/ 4620 h 10000"/>
                <a:gd name="connsiteX5-5961" fmla="*/ 4284 w 10030"/>
                <a:gd name="connsiteY5-5962" fmla="*/ 3152 h 10000"/>
                <a:gd name="connsiteX6-5963" fmla="*/ 0 w 10030"/>
                <a:gd name="connsiteY6-5964" fmla="*/ 398 h 10000"/>
                <a:gd name="connsiteX7-5965" fmla="*/ 6 w 10030"/>
                <a:gd name="connsiteY7-5966" fmla="*/ 9441 h 10000"/>
                <a:gd name="connsiteX8-5967" fmla="*/ 279 w 10030"/>
                <a:gd name="connsiteY8-5968" fmla="*/ 10000 h 10000"/>
                <a:gd name="connsiteX9-5969" fmla="*/ 9754 w 10030"/>
                <a:gd name="connsiteY9-5970" fmla="*/ 10000 h 10000"/>
                <a:gd name="connsiteX10-5971" fmla="*/ 10030 w 10030"/>
                <a:gd name="connsiteY10-5972" fmla="*/ 9457 h 10000"/>
                <a:gd name="connsiteX11-5973" fmla="*/ 10030 w 10030"/>
                <a:gd name="connsiteY11-5974" fmla="*/ 0 h 10000"/>
                <a:gd name="connsiteX0-5975" fmla="*/ 10030 w 10030"/>
                <a:gd name="connsiteY0-5976" fmla="*/ 0 h 10000"/>
                <a:gd name="connsiteX1-5977" fmla="*/ 5776 w 10030"/>
                <a:gd name="connsiteY1-5978" fmla="*/ 3152 h 10000"/>
                <a:gd name="connsiteX2-5979" fmla="*/ 5665 w 10030"/>
                <a:gd name="connsiteY2-5980" fmla="*/ 3913 h 10000"/>
                <a:gd name="connsiteX3-5981" fmla="*/ 5417 w 10030"/>
                <a:gd name="connsiteY3-5982" fmla="*/ 4457 h 10000"/>
                <a:gd name="connsiteX4-5983" fmla="*/ 5030 w 10030"/>
                <a:gd name="connsiteY4-5984" fmla="*/ 4620 h 10000"/>
                <a:gd name="connsiteX5-5985" fmla="*/ 4284 w 10030"/>
                <a:gd name="connsiteY5-5986" fmla="*/ 3152 h 10000"/>
                <a:gd name="connsiteX6-5987" fmla="*/ 0 w 10030"/>
                <a:gd name="connsiteY6-5988" fmla="*/ 398 h 10000"/>
                <a:gd name="connsiteX7-5989" fmla="*/ 6 w 10030"/>
                <a:gd name="connsiteY7-5990" fmla="*/ 9441 h 10000"/>
                <a:gd name="connsiteX8-5991" fmla="*/ 279 w 10030"/>
                <a:gd name="connsiteY8-5992" fmla="*/ 10000 h 10000"/>
                <a:gd name="connsiteX9-5993" fmla="*/ 9754 w 10030"/>
                <a:gd name="connsiteY9-5994" fmla="*/ 10000 h 10000"/>
                <a:gd name="connsiteX10-5995" fmla="*/ 10030 w 10030"/>
                <a:gd name="connsiteY10-5996" fmla="*/ 9457 h 10000"/>
                <a:gd name="connsiteX11-5997" fmla="*/ 10030 w 10030"/>
                <a:gd name="connsiteY11-5998" fmla="*/ 0 h 10000"/>
                <a:gd name="connsiteX0-5999" fmla="*/ 10030 w 10030"/>
                <a:gd name="connsiteY0-6000" fmla="*/ 0 h 10000"/>
                <a:gd name="connsiteX1-6001" fmla="*/ 5776 w 10030"/>
                <a:gd name="connsiteY1-6002" fmla="*/ 3152 h 10000"/>
                <a:gd name="connsiteX2-6003" fmla="*/ 5665 w 10030"/>
                <a:gd name="connsiteY2-6004" fmla="*/ 3913 h 10000"/>
                <a:gd name="connsiteX3-6005" fmla="*/ 5417 w 10030"/>
                <a:gd name="connsiteY3-6006" fmla="*/ 4457 h 10000"/>
                <a:gd name="connsiteX4-6007" fmla="*/ 5030 w 10030"/>
                <a:gd name="connsiteY4-6008" fmla="*/ 4620 h 10000"/>
                <a:gd name="connsiteX5-6009" fmla="*/ 4284 w 10030"/>
                <a:gd name="connsiteY5-6010" fmla="*/ 3152 h 10000"/>
                <a:gd name="connsiteX6-6011" fmla="*/ 0 w 10030"/>
                <a:gd name="connsiteY6-6012" fmla="*/ 398 h 10000"/>
                <a:gd name="connsiteX7-6013" fmla="*/ 6 w 10030"/>
                <a:gd name="connsiteY7-6014" fmla="*/ 9441 h 10000"/>
                <a:gd name="connsiteX8-6015" fmla="*/ 279 w 10030"/>
                <a:gd name="connsiteY8-6016" fmla="*/ 10000 h 10000"/>
                <a:gd name="connsiteX9-6017" fmla="*/ 9754 w 10030"/>
                <a:gd name="connsiteY9-6018" fmla="*/ 10000 h 10000"/>
                <a:gd name="connsiteX10-6019" fmla="*/ 10030 w 10030"/>
                <a:gd name="connsiteY10-6020" fmla="*/ 9457 h 10000"/>
                <a:gd name="connsiteX11-6021" fmla="*/ 10030 w 10030"/>
                <a:gd name="connsiteY11-6022" fmla="*/ 0 h 10000"/>
                <a:gd name="connsiteX0-6023" fmla="*/ 10030 w 10030"/>
                <a:gd name="connsiteY0-6024" fmla="*/ 0 h 10000"/>
                <a:gd name="connsiteX1-6025" fmla="*/ 5776 w 10030"/>
                <a:gd name="connsiteY1-6026" fmla="*/ 3152 h 10000"/>
                <a:gd name="connsiteX2-6027" fmla="*/ 5665 w 10030"/>
                <a:gd name="connsiteY2-6028" fmla="*/ 3913 h 10000"/>
                <a:gd name="connsiteX3-6029" fmla="*/ 5030 w 10030"/>
                <a:gd name="connsiteY3-6030" fmla="*/ 4620 h 10000"/>
                <a:gd name="connsiteX4-6031" fmla="*/ 4284 w 10030"/>
                <a:gd name="connsiteY4-6032" fmla="*/ 3152 h 10000"/>
                <a:gd name="connsiteX5-6033" fmla="*/ 0 w 10030"/>
                <a:gd name="connsiteY5-6034" fmla="*/ 398 h 10000"/>
                <a:gd name="connsiteX6-6035" fmla="*/ 6 w 10030"/>
                <a:gd name="connsiteY6-6036" fmla="*/ 9441 h 10000"/>
                <a:gd name="connsiteX7-6037" fmla="*/ 279 w 10030"/>
                <a:gd name="connsiteY7-6038" fmla="*/ 10000 h 10000"/>
                <a:gd name="connsiteX8-6039" fmla="*/ 9754 w 10030"/>
                <a:gd name="connsiteY8-6040" fmla="*/ 10000 h 10000"/>
                <a:gd name="connsiteX9-6041" fmla="*/ 10030 w 10030"/>
                <a:gd name="connsiteY9-6042" fmla="*/ 9457 h 10000"/>
                <a:gd name="connsiteX10-6043" fmla="*/ 10030 w 10030"/>
                <a:gd name="connsiteY10-6044" fmla="*/ 0 h 10000"/>
                <a:gd name="connsiteX0-6045" fmla="*/ 10030 w 10030"/>
                <a:gd name="connsiteY0-6046" fmla="*/ 0 h 10000"/>
                <a:gd name="connsiteX1-6047" fmla="*/ 5776 w 10030"/>
                <a:gd name="connsiteY1-6048" fmla="*/ 3152 h 10000"/>
                <a:gd name="connsiteX2-6049" fmla="*/ 5030 w 10030"/>
                <a:gd name="connsiteY2-6050" fmla="*/ 4620 h 10000"/>
                <a:gd name="connsiteX3-6051" fmla="*/ 4284 w 10030"/>
                <a:gd name="connsiteY3-6052" fmla="*/ 3152 h 10000"/>
                <a:gd name="connsiteX4-6053" fmla="*/ 0 w 10030"/>
                <a:gd name="connsiteY4-6054" fmla="*/ 398 h 10000"/>
                <a:gd name="connsiteX5-6055" fmla="*/ 6 w 10030"/>
                <a:gd name="connsiteY5-6056" fmla="*/ 9441 h 10000"/>
                <a:gd name="connsiteX6-6057" fmla="*/ 279 w 10030"/>
                <a:gd name="connsiteY6-6058" fmla="*/ 10000 h 10000"/>
                <a:gd name="connsiteX7-6059" fmla="*/ 9754 w 10030"/>
                <a:gd name="connsiteY7-6060" fmla="*/ 10000 h 10000"/>
                <a:gd name="connsiteX8-6061" fmla="*/ 10030 w 10030"/>
                <a:gd name="connsiteY8-6062" fmla="*/ 9457 h 10000"/>
                <a:gd name="connsiteX9-6063" fmla="*/ 10030 w 10030"/>
                <a:gd name="connsiteY9-6064" fmla="*/ 0 h 10000"/>
                <a:gd name="connsiteX0-6065" fmla="*/ 10030 w 10030"/>
                <a:gd name="connsiteY0-6066" fmla="*/ 0 h 10000"/>
                <a:gd name="connsiteX1-6067" fmla="*/ 5776 w 10030"/>
                <a:gd name="connsiteY1-6068" fmla="*/ 3152 h 10000"/>
                <a:gd name="connsiteX2-6069" fmla="*/ 5030 w 10030"/>
                <a:gd name="connsiteY2-6070" fmla="*/ 4620 h 10000"/>
                <a:gd name="connsiteX3-6071" fmla="*/ 4284 w 10030"/>
                <a:gd name="connsiteY3-6072" fmla="*/ 3152 h 10000"/>
                <a:gd name="connsiteX4-6073" fmla="*/ 0 w 10030"/>
                <a:gd name="connsiteY4-6074" fmla="*/ 398 h 10000"/>
                <a:gd name="connsiteX5-6075" fmla="*/ 6 w 10030"/>
                <a:gd name="connsiteY5-6076" fmla="*/ 9441 h 10000"/>
                <a:gd name="connsiteX6-6077" fmla="*/ 279 w 10030"/>
                <a:gd name="connsiteY6-6078" fmla="*/ 10000 h 10000"/>
                <a:gd name="connsiteX7-6079" fmla="*/ 9754 w 10030"/>
                <a:gd name="connsiteY7-6080" fmla="*/ 10000 h 10000"/>
                <a:gd name="connsiteX8-6081" fmla="*/ 10030 w 10030"/>
                <a:gd name="connsiteY8-6082" fmla="*/ 9457 h 10000"/>
                <a:gd name="connsiteX9-6083" fmla="*/ 10030 w 10030"/>
                <a:gd name="connsiteY9-6084" fmla="*/ 0 h 10000"/>
                <a:gd name="connsiteX0-6085" fmla="*/ 10030 w 10030"/>
                <a:gd name="connsiteY0-6086" fmla="*/ 0 h 10000"/>
                <a:gd name="connsiteX1-6087" fmla="*/ 5776 w 10030"/>
                <a:gd name="connsiteY1-6088" fmla="*/ 3152 h 10000"/>
                <a:gd name="connsiteX2-6089" fmla="*/ 5030 w 10030"/>
                <a:gd name="connsiteY2-6090" fmla="*/ 4620 h 10000"/>
                <a:gd name="connsiteX3-6091" fmla="*/ 4284 w 10030"/>
                <a:gd name="connsiteY3-6092" fmla="*/ 3152 h 10000"/>
                <a:gd name="connsiteX4-6093" fmla="*/ 0 w 10030"/>
                <a:gd name="connsiteY4-6094" fmla="*/ 398 h 10000"/>
                <a:gd name="connsiteX5-6095" fmla="*/ 6 w 10030"/>
                <a:gd name="connsiteY5-6096" fmla="*/ 9441 h 10000"/>
                <a:gd name="connsiteX6-6097" fmla="*/ 279 w 10030"/>
                <a:gd name="connsiteY6-6098" fmla="*/ 10000 h 10000"/>
                <a:gd name="connsiteX7-6099" fmla="*/ 9754 w 10030"/>
                <a:gd name="connsiteY7-6100" fmla="*/ 10000 h 10000"/>
                <a:gd name="connsiteX8-6101" fmla="*/ 10030 w 10030"/>
                <a:gd name="connsiteY8-6102" fmla="*/ 9457 h 10000"/>
                <a:gd name="connsiteX9-6103" fmla="*/ 10030 w 10030"/>
                <a:gd name="connsiteY9-6104" fmla="*/ 0 h 10000"/>
                <a:gd name="connsiteX0-6105" fmla="*/ 10030 w 10030"/>
                <a:gd name="connsiteY0-6106" fmla="*/ 0 h 10000"/>
                <a:gd name="connsiteX1-6107" fmla="*/ 5776 w 10030"/>
                <a:gd name="connsiteY1-6108" fmla="*/ 3152 h 10000"/>
                <a:gd name="connsiteX2-6109" fmla="*/ 5030 w 10030"/>
                <a:gd name="connsiteY2-6110" fmla="*/ 4620 h 10000"/>
                <a:gd name="connsiteX3-6111" fmla="*/ 4284 w 10030"/>
                <a:gd name="connsiteY3-6112" fmla="*/ 3152 h 10000"/>
                <a:gd name="connsiteX4-6113" fmla="*/ 0 w 10030"/>
                <a:gd name="connsiteY4-6114" fmla="*/ 398 h 10000"/>
                <a:gd name="connsiteX5-6115" fmla="*/ 6 w 10030"/>
                <a:gd name="connsiteY5-6116" fmla="*/ 9441 h 10000"/>
                <a:gd name="connsiteX6-6117" fmla="*/ 279 w 10030"/>
                <a:gd name="connsiteY6-6118" fmla="*/ 10000 h 10000"/>
                <a:gd name="connsiteX7-6119" fmla="*/ 9754 w 10030"/>
                <a:gd name="connsiteY7-6120" fmla="*/ 10000 h 10000"/>
                <a:gd name="connsiteX8-6121" fmla="*/ 10030 w 10030"/>
                <a:gd name="connsiteY8-6122" fmla="*/ 9457 h 10000"/>
                <a:gd name="connsiteX9-6123" fmla="*/ 10030 w 10030"/>
                <a:gd name="connsiteY9-6124" fmla="*/ 0 h 10000"/>
                <a:gd name="connsiteX0-6125" fmla="*/ 10030 w 10030"/>
                <a:gd name="connsiteY0-6126" fmla="*/ 0 h 10000"/>
                <a:gd name="connsiteX1-6127" fmla="*/ 5776 w 10030"/>
                <a:gd name="connsiteY1-6128" fmla="*/ 3152 h 10000"/>
                <a:gd name="connsiteX2-6129" fmla="*/ 5030 w 10030"/>
                <a:gd name="connsiteY2-6130" fmla="*/ 4620 h 10000"/>
                <a:gd name="connsiteX3-6131" fmla="*/ 4284 w 10030"/>
                <a:gd name="connsiteY3-6132" fmla="*/ 3152 h 10000"/>
                <a:gd name="connsiteX4-6133" fmla="*/ 0 w 10030"/>
                <a:gd name="connsiteY4-6134" fmla="*/ 398 h 10000"/>
                <a:gd name="connsiteX5-6135" fmla="*/ 6 w 10030"/>
                <a:gd name="connsiteY5-6136" fmla="*/ 9441 h 10000"/>
                <a:gd name="connsiteX6-6137" fmla="*/ 279 w 10030"/>
                <a:gd name="connsiteY6-6138" fmla="*/ 10000 h 10000"/>
                <a:gd name="connsiteX7-6139" fmla="*/ 9754 w 10030"/>
                <a:gd name="connsiteY7-6140" fmla="*/ 10000 h 10000"/>
                <a:gd name="connsiteX8-6141" fmla="*/ 10030 w 10030"/>
                <a:gd name="connsiteY8-6142" fmla="*/ 9457 h 10000"/>
                <a:gd name="connsiteX9-6143" fmla="*/ 10030 w 10030"/>
                <a:gd name="connsiteY9-6144" fmla="*/ 0 h 10000"/>
                <a:gd name="connsiteX0-6145" fmla="*/ 10030 w 10030"/>
                <a:gd name="connsiteY0-6146" fmla="*/ 0 h 10000"/>
                <a:gd name="connsiteX1-6147" fmla="*/ 5776 w 10030"/>
                <a:gd name="connsiteY1-6148" fmla="*/ 3152 h 10000"/>
                <a:gd name="connsiteX2-6149" fmla="*/ 5030 w 10030"/>
                <a:gd name="connsiteY2-6150" fmla="*/ 4620 h 10000"/>
                <a:gd name="connsiteX3-6151" fmla="*/ 4284 w 10030"/>
                <a:gd name="connsiteY3-6152" fmla="*/ 3152 h 10000"/>
                <a:gd name="connsiteX4-6153" fmla="*/ 0 w 10030"/>
                <a:gd name="connsiteY4-6154" fmla="*/ 398 h 10000"/>
                <a:gd name="connsiteX5-6155" fmla="*/ 6 w 10030"/>
                <a:gd name="connsiteY5-6156" fmla="*/ 9441 h 10000"/>
                <a:gd name="connsiteX6-6157" fmla="*/ 279 w 10030"/>
                <a:gd name="connsiteY6-6158" fmla="*/ 10000 h 10000"/>
                <a:gd name="connsiteX7-6159" fmla="*/ 9754 w 10030"/>
                <a:gd name="connsiteY7-6160" fmla="*/ 10000 h 10000"/>
                <a:gd name="connsiteX8-6161" fmla="*/ 10030 w 10030"/>
                <a:gd name="connsiteY8-6162" fmla="*/ 9457 h 10000"/>
                <a:gd name="connsiteX9-6163" fmla="*/ 10030 w 10030"/>
                <a:gd name="connsiteY9-6164" fmla="*/ 0 h 10000"/>
                <a:gd name="connsiteX0-6165" fmla="*/ 10030 w 10030"/>
                <a:gd name="connsiteY0-6166" fmla="*/ 0 h 10000"/>
                <a:gd name="connsiteX1-6167" fmla="*/ 5776 w 10030"/>
                <a:gd name="connsiteY1-6168" fmla="*/ 3152 h 10000"/>
                <a:gd name="connsiteX2-6169" fmla="*/ 5030 w 10030"/>
                <a:gd name="connsiteY2-6170" fmla="*/ 4620 h 10000"/>
                <a:gd name="connsiteX3-6171" fmla="*/ 4284 w 10030"/>
                <a:gd name="connsiteY3-6172" fmla="*/ 3152 h 10000"/>
                <a:gd name="connsiteX4-6173" fmla="*/ 0 w 10030"/>
                <a:gd name="connsiteY4-6174" fmla="*/ 398 h 10000"/>
                <a:gd name="connsiteX5-6175" fmla="*/ 6 w 10030"/>
                <a:gd name="connsiteY5-6176" fmla="*/ 9441 h 10000"/>
                <a:gd name="connsiteX6-6177" fmla="*/ 279 w 10030"/>
                <a:gd name="connsiteY6-6178" fmla="*/ 10000 h 10000"/>
                <a:gd name="connsiteX7-6179" fmla="*/ 9754 w 10030"/>
                <a:gd name="connsiteY7-6180" fmla="*/ 10000 h 10000"/>
                <a:gd name="connsiteX8-6181" fmla="*/ 10030 w 10030"/>
                <a:gd name="connsiteY8-6182" fmla="*/ 9457 h 10000"/>
                <a:gd name="connsiteX9-6183" fmla="*/ 10030 w 10030"/>
                <a:gd name="connsiteY9-6184" fmla="*/ 0 h 10000"/>
                <a:gd name="connsiteX0-6185" fmla="*/ 10030 w 10030"/>
                <a:gd name="connsiteY0-6186" fmla="*/ 0 h 10000"/>
                <a:gd name="connsiteX1-6187" fmla="*/ 5776 w 10030"/>
                <a:gd name="connsiteY1-6188" fmla="*/ 3152 h 10000"/>
                <a:gd name="connsiteX2-6189" fmla="*/ 5030 w 10030"/>
                <a:gd name="connsiteY2-6190" fmla="*/ 4620 h 10000"/>
                <a:gd name="connsiteX3-6191" fmla="*/ 4284 w 10030"/>
                <a:gd name="connsiteY3-6192" fmla="*/ 3152 h 10000"/>
                <a:gd name="connsiteX4-6193" fmla="*/ 0 w 10030"/>
                <a:gd name="connsiteY4-6194" fmla="*/ 398 h 10000"/>
                <a:gd name="connsiteX5-6195" fmla="*/ 6 w 10030"/>
                <a:gd name="connsiteY5-6196" fmla="*/ 9441 h 10000"/>
                <a:gd name="connsiteX6-6197" fmla="*/ 279 w 10030"/>
                <a:gd name="connsiteY6-6198" fmla="*/ 10000 h 10000"/>
                <a:gd name="connsiteX7-6199" fmla="*/ 9754 w 10030"/>
                <a:gd name="connsiteY7-6200" fmla="*/ 10000 h 10000"/>
                <a:gd name="connsiteX8-6201" fmla="*/ 10030 w 10030"/>
                <a:gd name="connsiteY8-6202" fmla="*/ 9457 h 10000"/>
                <a:gd name="connsiteX9-6203" fmla="*/ 10030 w 10030"/>
                <a:gd name="connsiteY9-6204" fmla="*/ 0 h 10000"/>
                <a:gd name="connsiteX0-6205" fmla="*/ 10030 w 10030"/>
                <a:gd name="connsiteY0-6206" fmla="*/ 0 h 10000"/>
                <a:gd name="connsiteX1-6207" fmla="*/ 5776 w 10030"/>
                <a:gd name="connsiteY1-6208" fmla="*/ 3152 h 10000"/>
                <a:gd name="connsiteX2-6209" fmla="*/ 5030 w 10030"/>
                <a:gd name="connsiteY2-6210" fmla="*/ 4620 h 10000"/>
                <a:gd name="connsiteX3-6211" fmla="*/ 4284 w 10030"/>
                <a:gd name="connsiteY3-6212" fmla="*/ 3152 h 10000"/>
                <a:gd name="connsiteX4-6213" fmla="*/ 0 w 10030"/>
                <a:gd name="connsiteY4-6214" fmla="*/ 398 h 10000"/>
                <a:gd name="connsiteX5-6215" fmla="*/ 6 w 10030"/>
                <a:gd name="connsiteY5-6216" fmla="*/ 9441 h 10000"/>
                <a:gd name="connsiteX6-6217" fmla="*/ 279 w 10030"/>
                <a:gd name="connsiteY6-6218" fmla="*/ 10000 h 10000"/>
                <a:gd name="connsiteX7-6219" fmla="*/ 9754 w 10030"/>
                <a:gd name="connsiteY7-6220" fmla="*/ 10000 h 10000"/>
                <a:gd name="connsiteX8-6221" fmla="*/ 10030 w 10030"/>
                <a:gd name="connsiteY8-6222" fmla="*/ 9457 h 10000"/>
                <a:gd name="connsiteX9-6223" fmla="*/ 10030 w 10030"/>
                <a:gd name="connsiteY9-6224" fmla="*/ 0 h 10000"/>
                <a:gd name="connsiteX0-6225" fmla="*/ 10030 w 10030"/>
                <a:gd name="connsiteY0-6226" fmla="*/ 0 h 10000"/>
                <a:gd name="connsiteX1-6227" fmla="*/ 5776 w 10030"/>
                <a:gd name="connsiteY1-6228" fmla="*/ 3152 h 10000"/>
                <a:gd name="connsiteX2-6229" fmla="*/ 5030 w 10030"/>
                <a:gd name="connsiteY2-6230" fmla="*/ 4620 h 10000"/>
                <a:gd name="connsiteX3-6231" fmla="*/ 4284 w 10030"/>
                <a:gd name="connsiteY3-6232" fmla="*/ 3152 h 10000"/>
                <a:gd name="connsiteX4-6233" fmla="*/ 0 w 10030"/>
                <a:gd name="connsiteY4-6234" fmla="*/ 398 h 10000"/>
                <a:gd name="connsiteX5-6235" fmla="*/ 6 w 10030"/>
                <a:gd name="connsiteY5-6236" fmla="*/ 9441 h 10000"/>
                <a:gd name="connsiteX6-6237" fmla="*/ 279 w 10030"/>
                <a:gd name="connsiteY6-6238" fmla="*/ 10000 h 10000"/>
                <a:gd name="connsiteX7-6239" fmla="*/ 9754 w 10030"/>
                <a:gd name="connsiteY7-6240" fmla="*/ 10000 h 10000"/>
                <a:gd name="connsiteX8-6241" fmla="*/ 10030 w 10030"/>
                <a:gd name="connsiteY8-6242" fmla="*/ 9457 h 10000"/>
                <a:gd name="connsiteX9-6243" fmla="*/ 10030 w 10030"/>
                <a:gd name="connsiteY9-6244" fmla="*/ 0 h 10000"/>
                <a:gd name="connsiteX0-6245" fmla="*/ 10030 w 10030"/>
                <a:gd name="connsiteY0-6246" fmla="*/ 0 h 10000"/>
                <a:gd name="connsiteX1-6247" fmla="*/ 5776 w 10030"/>
                <a:gd name="connsiteY1-6248" fmla="*/ 3152 h 10000"/>
                <a:gd name="connsiteX2-6249" fmla="*/ 5030 w 10030"/>
                <a:gd name="connsiteY2-6250" fmla="*/ 4620 h 10000"/>
                <a:gd name="connsiteX3-6251" fmla="*/ 4284 w 10030"/>
                <a:gd name="connsiteY3-6252" fmla="*/ 3152 h 10000"/>
                <a:gd name="connsiteX4-6253" fmla="*/ 0 w 10030"/>
                <a:gd name="connsiteY4-6254" fmla="*/ 398 h 10000"/>
                <a:gd name="connsiteX5-6255" fmla="*/ 6 w 10030"/>
                <a:gd name="connsiteY5-6256" fmla="*/ 9441 h 10000"/>
                <a:gd name="connsiteX6-6257" fmla="*/ 279 w 10030"/>
                <a:gd name="connsiteY6-6258" fmla="*/ 10000 h 10000"/>
                <a:gd name="connsiteX7-6259" fmla="*/ 9754 w 10030"/>
                <a:gd name="connsiteY7-6260" fmla="*/ 10000 h 10000"/>
                <a:gd name="connsiteX8-6261" fmla="*/ 10030 w 10030"/>
                <a:gd name="connsiteY8-6262" fmla="*/ 9457 h 10000"/>
                <a:gd name="connsiteX9-6263" fmla="*/ 10030 w 10030"/>
                <a:gd name="connsiteY9-6264" fmla="*/ 0 h 10000"/>
                <a:gd name="connsiteX0-6265" fmla="*/ 10030 w 10030"/>
                <a:gd name="connsiteY0-6266" fmla="*/ 0 h 10000"/>
                <a:gd name="connsiteX1-6267" fmla="*/ 5776 w 10030"/>
                <a:gd name="connsiteY1-6268" fmla="*/ 3152 h 10000"/>
                <a:gd name="connsiteX2-6269" fmla="*/ 5030 w 10030"/>
                <a:gd name="connsiteY2-6270" fmla="*/ 4620 h 10000"/>
                <a:gd name="connsiteX3-6271" fmla="*/ 4284 w 10030"/>
                <a:gd name="connsiteY3-6272" fmla="*/ 3152 h 10000"/>
                <a:gd name="connsiteX4-6273" fmla="*/ 0 w 10030"/>
                <a:gd name="connsiteY4-6274" fmla="*/ 398 h 10000"/>
                <a:gd name="connsiteX5-6275" fmla="*/ 6 w 10030"/>
                <a:gd name="connsiteY5-6276" fmla="*/ 9441 h 10000"/>
                <a:gd name="connsiteX6-6277" fmla="*/ 279 w 10030"/>
                <a:gd name="connsiteY6-6278" fmla="*/ 10000 h 10000"/>
                <a:gd name="connsiteX7-6279" fmla="*/ 9754 w 10030"/>
                <a:gd name="connsiteY7-6280" fmla="*/ 10000 h 10000"/>
                <a:gd name="connsiteX8-6281" fmla="*/ 10030 w 10030"/>
                <a:gd name="connsiteY8-6282" fmla="*/ 9457 h 10000"/>
                <a:gd name="connsiteX9-6283" fmla="*/ 10030 w 10030"/>
                <a:gd name="connsiteY9-6284" fmla="*/ 0 h 10000"/>
                <a:gd name="connsiteX0-6285" fmla="*/ 10030 w 10030"/>
                <a:gd name="connsiteY0-6286" fmla="*/ 0 h 10000"/>
                <a:gd name="connsiteX1-6287" fmla="*/ 5776 w 10030"/>
                <a:gd name="connsiteY1-6288" fmla="*/ 3152 h 10000"/>
                <a:gd name="connsiteX2-6289" fmla="*/ 5030 w 10030"/>
                <a:gd name="connsiteY2-6290" fmla="*/ 4620 h 10000"/>
                <a:gd name="connsiteX3-6291" fmla="*/ 4284 w 10030"/>
                <a:gd name="connsiteY3-6292" fmla="*/ 3152 h 10000"/>
                <a:gd name="connsiteX4-6293" fmla="*/ 0 w 10030"/>
                <a:gd name="connsiteY4-6294" fmla="*/ 398 h 10000"/>
                <a:gd name="connsiteX5-6295" fmla="*/ 6 w 10030"/>
                <a:gd name="connsiteY5-6296" fmla="*/ 9441 h 10000"/>
                <a:gd name="connsiteX6-6297" fmla="*/ 279 w 10030"/>
                <a:gd name="connsiteY6-6298" fmla="*/ 10000 h 10000"/>
                <a:gd name="connsiteX7-6299" fmla="*/ 9754 w 10030"/>
                <a:gd name="connsiteY7-6300" fmla="*/ 10000 h 10000"/>
                <a:gd name="connsiteX8-6301" fmla="*/ 10030 w 10030"/>
                <a:gd name="connsiteY8-6302" fmla="*/ 9457 h 10000"/>
                <a:gd name="connsiteX9-6303" fmla="*/ 10030 w 10030"/>
                <a:gd name="connsiteY9-6304" fmla="*/ 0 h 10000"/>
                <a:gd name="connsiteX0-6305" fmla="*/ 10030 w 10030"/>
                <a:gd name="connsiteY0-6306" fmla="*/ 0 h 10000"/>
                <a:gd name="connsiteX1-6307" fmla="*/ 5776 w 10030"/>
                <a:gd name="connsiteY1-6308" fmla="*/ 3152 h 10000"/>
                <a:gd name="connsiteX2-6309" fmla="*/ 5030 w 10030"/>
                <a:gd name="connsiteY2-6310" fmla="*/ 4620 h 10000"/>
                <a:gd name="connsiteX3-6311" fmla="*/ 4284 w 10030"/>
                <a:gd name="connsiteY3-6312" fmla="*/ 3152 h 10000"/>
                <a:gd name="connsiteX4-6313" fmla="*/ 0 w 10030"/>
                <a:gd name="connsiteY4-6314" fmla="*/ 398 h 10000"/>
                <a:gd name="connsiteX5-6315" fmla="*/ 6 w 10030"/>
                <a:gd name="connsiteY5-6316" fmla="*/ 9441 h 10000"/>
                <a:gd name="connsiteX6-6317" fmla="*/ 279 w 10030"/>
                <a:gd name="connsiteY6-6318" fmla="*/ 10000 h 10000"/>
                <a:gd name="connsiteX7-6319" fmla="*/ 9754 w 10030"/>
                <a:gd name="connsiteY7-6320" fmla="*/ 10000 h 10000"/>
                <a:gd name="connsiteX8-6321" fmla="*/ 10030 w 10030"/>
                <a:gd name="connsiteY8-6322" fmla="*/ 9457 h 10000"/>
                <a:gd name="connsiteX9-6323" fmla="*/ 10030 w 10030"/>
                <a:gd name="connsiteY9-6324" fmla="*/ 0 h 10000"/>
                <a:gd name="connsiteX0-6325" fmla="*/ 10030 w 10030"/>
                <a:gd name="connsiteY0-6326" fmla="*/ 0 h 10000"/>
                <a:gd name="connsiteX1-6327" fmla="*/ 5776 w 10030"/>
                <a:gd name="connsiteY1-6328" fmla="*/ 3152 h 10000"/>
                <a:gd name="connsiteX2-6329" fmla="*/ 5090 w 10030"/>
                <a:gd name="connsiteY2-6330" fmla="*/ 4620 h 10000"/>
                <a:gd name="connsiteX3-6331" fmla="*/ 4284 w 10030"/>
                <a:gd name="connsiteY3-6332" fmla="*/ 3152 h 10000"/>
                <a:gd name="connsiteX4-6333" fmla="*/ 0 w 10030"/>
                <a:gd name="connsiteY4-6334" fmla="*/ 398 h 10000"/>
                <a:gd name="connsiteX5-6335" fmla="*/ 6 w 10030"/>
                <a:gd name="connsiteY5-6336" fmla="*/ 9441 h 10000"/>
                <a:gd name="connsiteX6-6337" fmla="*/ 279 w 10030"/>
                <a:gd name="connsiteY6-6338" fmla="*/ 10000 h 10000"/>
                <a:gd name="connsiteX7-6339" fmla="*/ 9754 w 10030"/>
                <a:gd name="connsiteY7-6340" fmla="*/ 10000 h 10000"/>
                <a:gd name="connsiteX8-6341" fmla="*/ 10030 w 10030"/>
                <a:gd name="connsiteY8-6342" fmla="*/ 9457 h 10000"/>
                <a:gd name="connsiteX9-6343" fmla="*/ 10030 w 10030"/>
                <a:gd name="connsiteY9-6344" fmla="*/ 0 h 10000"/>
                <a:gd name="connsiteX0-6345" fmla="*/ 10030 w 10030"/>
                <a:gd name="connsiteY0-6346" fmla="*/ 0 h 10000"/>
                <a:gd name="connsiteX1-6347" fmla="*/ 5776 w 10030"/>
                <a:gd name="connsiteY1-6348" fmla="*/ 3152 h 10000"/>
                <a:gd name="connsiteX2-6349" fmla="*/ 5077 w 10030"/>
                <a:gd name="connsiteY2-6350" fmla="*/ 4555 h 10000"/>
                <a:gd name="connsiteX3-6351" fmla="*/ 4284 w 10030"/>
                <a:gd name="connsiteY3-6352" fmla="*/ 3152 h 10000"/>
                <a:gd name="connsiteX4-6353" fmla="*/ 0 w 10030"/>
                <a:gd name="connsiteY4-6354" fmla="*/ 398 h 10000"/>
                <a:gd name="connsiteX5-6355" fmla="*/ 6 w 10030"/>
                <a:gd name="connsiteY5-6356" fmla="*/ 9441 h 10000"/>
                <a:gd name="connsiteX6-6357" fmla="*/ 279 w 10030"/>
                <a:gd name="connsiteY6-6358" fmla="*/ 10000 h 10000"/>
                <a:gd name="connsiteX7-6359" fmla="*/ 9754 w 10030"/>
                <a:gd name="connsiteY7-6360" fmla="*/ 10000 h 10000"/>
                <a:gd name="connsiteX8-6361" fmla="*/ 10030 w 10030"/>
                <a:gd name="connsiteY8-6362" fmla="*/ 9457 h 10000"/>
                <a:gd name="connsiteX9-6363" fmla="*/ 10030 w 10030"/>
                <a:gd name="connsiteY9-6364" fmla="*/ 0 h 10000"/>
                <a:gd name="connsiteX0-6365" fmla="*/ 10030 w 10030"/>
                <a:gd name="connsiteY0-6366" fmla="*/ 0 h 10000"/>
                <a:gd name="connsiteX1-6367" fmla="*/ 5776 w 10030"/>
                <a:gd name="connsiteY1-6368" fmla="*/ 3152 h 10000"/>
                <a:gd name="connsiteX2-6369" fmla="*/ 5077 w 10030"/>
                <a:gd name="connsiteY2-6370" fmla="*/ 4555 h 10000"/>
                <a:gd name="connsiteX3-6371" fmla="*/ 4284 w 10030"/>
                <a:gd name="connsiteY3-6372" fmla="*/ 3152 h 10000"/>
                <a:gd name="connsiteX4-6373" fmla="*/ 0 w 10030"/>
                <a:gd name="connsiteY4-6374" fmla="*/ 398 h 10000"/>
                <a:gd name="connsiteX5-6375" fmla="*/ 6 w 10030"/>
                <a:gd name="connsiteY5-6376" fmla="*/ 9441 h 10000"/>
                <a:gd name="connsiteX6-6377" fmla="*/ 279 w 10030"/>
                <a:gd name="connsiteY6-6378" fmla="*/ 10000 h 10000"/>
                <a:gd name="connsiteX7-6379" fmla="*/ 9754 w 10030"/>
                <a:gd name="connsiteY7-6380" fmla="*/ 10000 h 10000"/>
                <a:gd name="connsiteX8-6381" fmla="*/ 10030 w 10030"/>
                <a:gd name="connsiteY8-6382" fmla="*/ 9457 h 10000"/>
                <a:gd name="connsiteX9-6383" fmla="*/ 10030 w 10030"/>
                <a:gd name="connsiteY9-6384" fmla="*/ 0 h 10000"/>
                <a:gd name="connsiteX0-6385" fmla="*/ 10030 w 10030"/>
                <a:gd name="connsiteY0-6386" fmla="*/ 0 h 10000"/>
                <a:gd name="connsiteX1-6387" fmla="*/ 5776 w 10030"/>
                <a:gd name="connsiteY1-6388" fmla="*/ 3152 h 10000"/>
                <a:gd name="connsiteX2-6389" fmla="*/ 5077 w 10030"/>
                <a:gd name="connsiteY2-6390" fmla="*/ 4555 h 10000"/>
                <a:gd name="connsiteX3-6391" fmla="*/ 4284 w 10030"/>
                <a:gd name="connsiteY3-6392" fmla="*/ 3152 h 10000"/>
                <a:gd name="connsiteX4-6393" fmla="*/ 0 w 10030"/>
                <a:gd name="connsiteY4-6394" fmla="*/ 398 h 10000"/>
                <a:gd name="connsiteX5-6395" fmla="*/ 6 w 10030"/>
                <a:gd name="connsiteY5-6396" fmla="*/ 9441 h 10000"/>
                <a:gd name="connsiteX6-6397" fmla="*/ 279 w 10030"/>
                <a:gd name="connsiteY6-6398" fmla="*/ 10000 h 10000"/>
                <a:gd name="connsiteX7-6399" fmla="*/ 9754 w 10030"/>
                <a:gd name="connsiteY7-6400" fmla="*/ 10000 h 10000"/>
                <a:gd name="connsiteX8-6401" fmla="*/ 10030 w 10030"/>
                <a:gd name="connsiteY8-6402" fmla="*/ 9457 h 10000"/>
                <a:gd name="connsiteX9-6403" fmla="*/ 10030 w 10030"/>
                <a:gd name="connsiteY9-6404" fmla="*/ 0 h 10000"/>
                <a:gd name="connsiteX0-6405" fmla="*/ 10030 w 10030"/>
                <a:gd name="connsiteY0-6406" fmla="*/ 0 h 10000"/>
                <a:gd name="connsiteX1-6407" fmla="*/ 5776 w 10030"/>
                <a:gd name="connsiteY1-6408" fmla="*/ 3152 h 10000"/>
                <a:gd name="connsiteX2-6409" fmla="*/ 5077 w 10030"/>
                <a:gd name="connsiteY2-6410" fmla="*/ 4555 h 10000"/>
                <a:gd name="connsiteX3-6411" fmla="*/ 4284 w 10030"/>
                <a:gd name="connsiteY3-6412" fmla="*/ 3152 h 10000"/>
                <a:gd name="connsiteX4-6413" fmla="*/ 0 w 10030"/>
                <a:gd name="connsiteY4-6414" fmla="*/ 398 h 10000"/>
                <a:gd name="connsiteX5-6415" fmla="*/ 6 w 10030"/>
                <a:gd name="connsiteY5-6416" fmla="*/ 9441 h 10000"/>
                <a:gd name="connsiteX6-6417" fmla="*/ 279 w 10030"/>
                <a:gd name="connsiteY6-6418" fmla="*/ 10000 h 10000"/>
                <a:gd name="connsiteX7-6419" fmla="*/ 9754 w 10030"/>
                <a:gd name="connsiteY7-6420" fmla="*/ 10000 h 10000"/>
                <a:gd name="connsiteX8-6421" fmla="*/ 10030 w 10030"/>
                <a:gd name="connsiteY8-6422" fmla="*/ 9457 h 10000"/>
                <a:gd name="connsiteX9-6423" fmla="*/ 10030 w 10030"/>
                <a:gd name="connsiteY9-6424" fmla="*/ 0 h 10000"/>
                <a:gd name="connsiteX0-6425" fmla="*/ 10030 w 10030"/>
                <a:gd name="connsiteY0-6426" fmla="*/ 0 h 10000"/>
                <a:gd name="connsiteX1-6427" fmla="*/ 5776 w 10030"/>
                <a:gd name="connsiteY1-6428" fmla="*/ 3152 h 10000"/>
                <a:gd name="connsiteX2-6429" fmla="*/ 5077 w 10030"/>
                <a:gd name="connsiteY2-6430" fmla="*/ 4555 h 10000"/>
                <a:gd name="connsiteX3-6431" fmla="*/ 4284 w 10030"/>
                <a:gd name="connsiteY3-6432" fmla="*/ 3152 h 10000"/>
                <a:gd name="connsiteX4-6433" fmla="*/ 0 w 10030"/>
                <a:gd name="connsiteY4-6434" fmla="*/ 398 h 10000"/>
                <a:gd name="connsiteX5-6435" fmla="*/ 6 w 10030"/>
                <a:gd name="connsiteY5-6436" fmla="*/ 9441 h 10000"/>
                <a:gd name="connsiteX6-6437" fmla="*/ 279 w 10030"/>
                <a:gd name="connsiteY6-6438" fmla="*/ 10000 h 10000"/>
                <a:gd name="connsiteX7-6439" fmla="*/ 9754 w 10030"/>
                <a:gd name="connsiteY7-6440" fmla="*/ 10000 h 10000"/>
                <a:gd name="connsiteX8-6441" fmla="*/ 10030 w 10030"/>
                <a:gd name="connsiteY8-6442" fmla="*/ 9457 h 10000"/>
                <a:gd name="connsiteX9-6443" fmla="*/ 10030 w 10030"/>
                <a:gd name="connsiteY9-6444" fmla="*/ 0 h 10000"/>
                <a:gd name="connsiteX0-6445" fmla="*/ 10030 w 10030"/>
                <a:gd name="connsiteY0-6446" fmla="*/ 0 h 10000"/>
                <a:gd name="connsiteX1-6447" fmla="*/ 5776 w 10030"/>
                <a:gd name="connsiteY1-6448" fmla="*/ 3152 h 10000"/>
                <a:gd name="connsiteX2-6449" fmla="*/ 5077 w 10030"/>
                <a:gd name="connsiteY2-6450" fmla="*/ 4555 h 10000"/>
                <a:gd name="connsiteX3-6451" fmla="*/ 4284 w 10030"/>
                <a:gd name="connsiteY3-6452" fmla="*/ 3152 h 10000"/>
                <a:gd name="connsiteX4-6453" fmla="*/ 0 w 10030"/>
                <a:gd name="connsiteY4-6454" fmla="*/ 398 h 10000"/>
                <a:gd name="connsiteX5-6455" fmla="*/ 6 w 10030"/>
                <a:gd name="connsiteY5-6456" fmla="*/ 9441 h 10000"/>
                <a:gd name="connsiteX6-6457" fmla="*/ 279 w 10030"/>
                <a:gd name="connsiteY6-6458" fmla="*/ 10000 h 10000"/>
                <a:gd name="connsiteX7-6459" fmla="*/ 9754 w 10030"/>
                <a:gd name="connsiteY7-6460" fmla="*/ 10000 h 10000"/>
                <a:gd name="connsiteX8-6461" fmla="*/ 10030 w 10030"/>
                <a:gd name="connsiteY8-6462" fmla="*/ 9457 h 10000"/>
                <a:gd name="connsiteX9-6463" fmla="*/ 10030 w 10030"/>
                <a:gd name="connsiteY9-6464" fmla="*/ 0 h 10000"/>
                <a:gd name="connsiteX0-6465" fmla="*/ 10030 w 10030"/>
                <a:gd name="connsiteY0-6466" fmla="*/ 0 h 10000"/>
                <a:gd name="connsiteX1-6467" fmla="*/ 5829 w 10030"/>
                <a:gd name="connsiteY1-6468" fmla="*/ 3152 h 10000"/>
                <a:gd name="connsiteX2-6469" fmla="*/ 5077 w 10030"/>
                <a:gd name="connsiteY2-6470" fmla="*/ 4555 h 10000"/>
                <a:gd name="connsiteX3-6471" fmla="*/ 4284 w 10030"/>
                <a:gd name="connsiteY3-6472" fmla="*/ 3152 h 10000"/>
                <a:gd name="connsiteX4-6473" fmla="*/ 0 w 10030"/>
                <a:gd name="connsiteY4-6474" fmla="*/ 398 h 10000"/>
                <a:gd name="connsiteX5-6475" fmla="*/ 6 w 10030"/>
                <a:gd name="connsiteY5-6476" fmla="*/ 9441 h 10000"/>
                <a:gd name="connsiteX6-6477" fmla="*/ 279 w 10030"/>
                <a:gd name="connsiteY6-6478" fmla="*/ 10000 h 10000"/>
                <a:gd name="connsiteX7-6479" fmla="*/ 9754 w 10030"/>
                <a:gd name="connsiteY7-6480" fmla="*/ 10000 h 10000"/>
                <a:gd name="connsiteX8-6481" fmla="*/ 10030 w 10030"/>
                <a:gd name="connsiteY8-6482" fmla="*/ 9457 h 10000"/>
                <a:gd name="connsiteX9-6483" fmla="*/ 10030 w 10030"/>
                <a:gd name="connsiteY9-6484" fmla="*/ 0 h 10000"/>
                <a:gd name="connsiteX0-6485" fmla="*/ 10030 w 10030"/>
                <a:gd name="connsiteY0-6486" fmla="*/ 0 h 10000"/>
                <a:gd name="connsiteX1-6487" fmla="*/ 5829 w 10030"/>
                <a:gd name="connsiteY1-6488" fmla="*/ 3152 h 10000"/>
                <a:gd name="connsiteX2-6489" fmla="*/ 5077 w 10030"/>
                <a:gd name="connsiteY2-6490" fmla="*/ 4555 h 10000"/>
                <a:gd name="connsiteX3-6491" fmla="*/ 4284 w 10030"/>
                <a:gd name="connsiteY3-6492" fmla="*/ 3152 h 10000"/>
                <a:gd name="connsiteX4-6493" fmla="*/ 0 w 10030"/>
                <a:gd name="connsiteY4-6494" fmla="*/ 398 h 10000"/>
                <a:gd name="connsiteX5-6495" fmla="*/ 6 w 10030"/>
                <a:gd name="connsiteY5-6496" fmla="*/ 9441 h 10000"/>
                <a:gd name="connsiteX6-6497" fmla="*/ 279 w 10030"/>
                <a:gd name="connsiteY6-6498" fmla="*/ 10000 h 10000"/>
                <a:gd name="connsiteX7-6499" fmla="*/ 9754 w 10030"/>
                <a:gd name="connsiteY7-6500" fmla="*/ 10000 h 10000"/>
                <a:gd name="connsiteX8-6501" fmla="*/ 10030 w 10030"/>
                <a:gd name="connsiteY8-6502" fmla="*/ 9457 h 10000"/>
                <a:gd name="connsiteX9-6503" fmla="*/ 10030 w 10030"/>
                <a:gd name="connsiteY9-6504" fmla="*/ 0 h 10000"/>
                <a:gd name="connsiteX0-6505" fmla="*/ 10030 w 10030"/>
                <a:gd name="connsiteY0-6506" fmla="*/ 0 h 10000"/>
                <a:gd name="connsiteX1-6507" fmla="*/ 5829 w 10030"/>
                <a:gd name="connsiteY1-6508" fmla="*/ 3152 h 10000"/>
                <a:gd name="connsiteX2-6509" fmla="*/ 5077 w 10030"/>
                <a:gd name="connsiteY2-6510" fmla="*/ 4555 h 10000"/>
                <a:gd name="connsiteX3-6511" fmla="*/ 4284 w 10030"/>
                <a:gd name="connsiteY3-6512" fmla="*/ 3152 h 10000"/>
                <a:gd name="connsiteX4-6513" fmla="*/ 0 w 10030"/>
                <a:gd name="connsiteY4-6514" fmla="*/ 398 h 10000"/>
                <a:gd name="connsiteX5-6515" fmla="*/ 6 w 10030"/>
                <a:gd name="connsiteY5-6516" fmla="*/ 9441 h 10000"/>
                <a:gd name="connsiteX6-6517" fmla="*/ 279 w 10030"/>
                <a:gd name="connsiteY6-6518" fmla="*/ 10000 h 10000"/>
                <a:gd name="connsiteX7-6519" fmla="*/ 9754 w 10030"/>
                <a:gd name="connsiteY7-6520" fmla="*/ 10000 h 10000"/>
                <a:gd name="connsiteX8-6521" fmla="*/ 10030 w 10030"/>
                <a:gd name="connsiteY8-6522" fmla="*/ 9457 h 10000"/>
                <a:gd name="connsiteX9-6523" fmla="*/ 10030 w 10030"/>
                <a:gd name="connsiteY9-652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10030" h="10000">
                  <a:moveTo>
                    <a:pt x="10030" y="0"/>
                  </a:moveTo>
                  <a:cubicBezTo>
                    <a:pt x="8807" y="1767"/>
                    <a:pt x="7739" y="2908"/>
                    <a:pt x="5829" y="3152"/>
                  </a:cubicBezTo>
                  <a:cubicBezTo>
                    <a:pt x="5834" y="4180"/>
                    <a:pt x="5369" y="4544"/>
                    <a:pt x="5077" y="4555"/>
                  </a:cubicBezTo>
                  <a:cubicBezTo>
                    <a:pt x="4709" y="4553"/>
                    <a:pt x="4306" y="4008"/>
                    <a:pt x="4284" y="3152"/>
                  </a:cubicBezTo>
                  <a:cubicBezTo>
                    <a:pt x="2505" y="2759"/>
                    <a:pt x="1511" y="1836"/>
                    <a:pt x="0" y="398"/>
                  </a:cubicBezTo>
                  <a:cubicBezTo>
                    <a:pt x="9" y="2214"/>
                    <a:pt x="-5" y="7245"/>
                    <a:pt x="6" y="9441"/>
                  </a:cubicBezTo>
                  <a:cubicBezTo>
                    <a:pt x="4" y="9813"/>
                    <a:pt x="37" y="9924"/>
                    <a:pt x="279" y="10000"/>
                  </a:cubicBezTo>
                  <a:lnTo>
                    <a:pt x="9754" y="10000"/>
                  </a:lnTo>
                  <a:cubicBezTo>
                    <a:pt x="10018" y="9972"/>
                    <a:pt x="10015" y="10041"/>
                    <a:pt x="10030" y="9457"/>
                  </a:cubicBezTo>
                  <a:lnTo>
                    <a:pt x="1003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ctr" anchorCtr="0" compatLnSpc="1"/>
            <a:lstStyle/>
            <a:p>
              <a:pPr>
                <a:defRPr/>
              </a:pPr>
              <a:endParaRPr lang="en-US" ker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54"/>
            <p:cNvSpPr/>
            <p:nvPr/>
          </p:nvSpPr>
          <p:spPr>
            <a:xfrm>
              <a:off x="7946025" y="5401803"/>
              <a:ext cx="461416" cy="182494"/>
            </a:xfrm>
            <a:custGeom>
              <a:avLst/>
              <a:gdLst>
                <a:gd name="connsiteX0" fmla="*/ 2053086 w 5704935"/>
                <a:gd name="connsiteY0" fmla="*/ 373814 h 2609439"/>
                <a:gd name="connsiteX1" fmla="*/ 2053086 w 5704935"/>
                <a:gd name="connsiteY1" fmla="*/ 811742 h 2609439"/>
                <a:gd name="connsiteX2" fmla="*/ 3669101 w 5704935"/>
                <a:gd name="connsiteY2" fmla="*/ 811742 h 2609439"/>
                <a:gd name="connsiteX3" fmla="*/ 3669101 w 5704935"/>
                <a:gd name="connsiteY3" fmla="*/ 373814 h 2609439"/>
                <a:gd name="connsiteX4" fmla="*/ 1996544 w 5704935"/>
                <a:gd name="connsiteY4" fmla="*/ 0 h 2609439"/>
                <a:gd name="connsiteX5" fmla="*/ 3725643 w 5704935"/>
                <a:gd name="connsiteY5" fmla="*/ 0 h 2609439"/>
                <a:gd name="connsiteX6" fmla="*/ 4071667 w 5704935"/>
                <a:gd name="connsiteY6" fmla="*/ 346024 h 2609439"/>
                <a:gd name="connsiteX7" fmla="*/ 4066113 w 5704935"/>
                <a:gd name="connsiteY7" fmla="*/ 811742 h 2609439"/>
                <a:gd name="connsiteX8" fmla="*/ 5519258 w 5704935"/>
                <a:gd name="connsiteY8" fmla="*/ 811742 h 2609439"/>
                <a:gd name="connsiteX9" fmla="*/ 5704935 w 5704935"/>
                <a:gd name="connsiteY9" fmla="*/ 997419 h 2609439"/>
                <a:gd name="connsiteX10" fmla="*/ 5699184 w 5704935"/>
                <a:gd name="connsiteY10" fmla="*/ 1558509 h 2609439"/>
                <a:gd name="connsiteX11" fmla="*/ 2812212 w 5704935"/>
                <a:gd name="connsiteY11" fmla="*/ 2605181 h 2609439"/>
                <a:gd name="connsiteX12" fmla="*/ 0 w 5704935"/>
                <a:gd name="connsiteY12" fmla="*/ 1535505 h 2609439"/>
                <a:gd name="connsiteX13" fmla="*/ 5750 w 5704935"/>
                <a:gd name="connsiteY13" fmla="*/ 997419 h 2609439"/>
                <a:gd name="connsiteX14" fmla="*/ 191427 w 5704935"/>
                <a:gd name="connsiteY14" fmla="*/ 811742 h 2609439"/>
                <a:gd name="connsiteX15" fmla="*/ 1645094 w 5704935"/>
                <a:gd name="connsiteY15" fmla="*/ 811742 h 2609439"/>
                <a:gd name="connsiteX16" fmla="*/ 1650520 w 5704935"/>
                <a:gd name="connsiteY16" fmla="*/ 346024 h 2609439"/>
                <a:gd name="connsiteX17" fmla="*/ 1996544 w 5704935"/>
                <a:gd name="connsiteY17" fmla="*/ 0 h 2609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04935" h="2609439">
                  <a:moveTo>
                    <a:pt x="2053086" y="373814"/>
                  </a:moveTo>
                  <a:lnTo>
                    <a:pt x="2053086" y="811742"/>
                  </a:lnTo>
                  <a:lnTo>
                    <a:pt x="3669101" y="811742"/>
                  </a:lnTo>
                  <a:lnTo>
                    <a:pt x="3669101" y="373814"/>
                  </a:lnTo>
                  <a:close/>
                  <a:moveTo>
                    <a:pt x="1996544" y="0"/>
                  </a:moveTo>
                  <a:lnTo>
                    <a:pt x="3725643" y="0"/>
                  </a:lnTo>
                  <a:cubicBezTo>
                    <a:pt x="3916747" y="0"/>
                    <a:pt x="4071667" y="154920"/>
                    <a:pt x="4071667" y="346024"/>
                  </a:cubicBezTo>
                  <a:lnTo>
                    <a:pt x="4066113" y="811742"/>
                  </a:lnTo>
                  <a:lnTo>
                    <a:pt x="5519258" y="811742"/>
                  </a:lnTo>
                  <a:cubicBezTo>
                    <a:pt x="5621805" y="811742"/>
                    <a:pt x="5704935" y="894872"/>
                    <a:pt x="5704935" y="997419"/>
                  </a:cubicBezTo>
                  <a:lnTo>
                    <a:pt x="5699184" y="1558509"/>
                  </a:lnTo>
                  <a:cubicBezTo>
                    <a:pt x="5292785" y="1972160"/>
                    <a:pt x="4032369" y="2670358"/>
                    <a:pt x="2812212" y="2605181"/>
                  </a:cubicBezTo>
                  <a:cubicBezTo>
                    <a:pt x="1718576" y="2643519"/>
                    <a:pt x="606724" y="2058424"/>
                    <a:pt x="0" y="1535505"/>
                  </a:cubicBezTo>
                  <a:cubicBezTo>
                    <a:pt x="1917" y="1359977"/>
                    <a:pt x="3833" y="1172947"/>
                    <a:pt x="5750" y="997419"/>
                  </a:cubicBezTo>
                  <a:cubicBezTo>
                    <a:pt x="5750" y="894872"/>
                    <a:pt x="88880" y="811742"/>
                    <a:pt x="191427" y="811742"/>
                  </a:cubicBezTo>
                  <a:lnTo>
                    <a:pt x="1645094" y="811742"/>
                  </a:lnTo>
                  <a:lnTo>
                    <a:pt x="1650520" y="346024"/>
                  </a:lnTo>
                  <a:cubicBezTo>
                    <a:pt x="1650520" y="154920"/>
                    <a:pt x="1805440" y="0"/>
                    <a:pt x="1996544" y="0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48019" y="1608535"/>
            <a:ext cx="36080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0020" indent="-200025"/>
            <a:r>
              <a:rPr lang="en-US" dirty="0">
                <a:solidFill>
                  <a:srgbClr val="595959"/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 </a:t>
            </a:r>
            <a:br>
              <a:rPr lang="en-US" dirty="0"/>
            </a:br>
            <a:endParaRPr lang="en-US" dirty="0">
              <a:solidFill>
                <a:srgbClr val="595959"/>
              </a:solidFill>
              <a:latin typeface="Tahoma" panose="020B0604030504040204"/>
              <a:ea typeface="Tahoma" panose="020B0604030504040204"/>
              <a:cs typeface="Tahoma" panose="020B0604030504040204"/>
            </a:endParaRPr>
          </a:p>
        </p:txBody>
      </p:sp>
      <p:sp>
        <p:nvSpPr>
          <p:cNvPr id="35" name="Freeform 874"/>
          <p:cNvSpPr>
            <a:spLocks noEditPoints="1"/>
          </p:cNvSpPr>
          <p:nvPr/>
        </p:nvSpPr>
        <p:spPr bwMode="auto">
          <a:xfrm>
            <a:off x="5806504" y="4595657"/>
            <a:ext cx="436948" cy="383397"/>
          </a:xfrm>
          <a:custGeom>
            <a:avLst/>
            <a:gdLst>
              <a:gd name="T0" fmla="*/ 135 w 271"/>
              <a:gd name="T1" fmla="*/ 163 h 275"/>
              <a:gd name="T2" fmla="*/ 135 w 271"/>
              <a:gd name="T3" fmla="*/ 142 h 275"/>
              <a:gd name="T4" fmla="*/ 39 w 271"/>
              <a:gd name="T5" fmla="*/ 142 h 275"/>
              <a:gd name="T6" fmla="*/ 39 w 271"/>
              <a:gd name="T7" fmla="*/ 163 h 275"/>
              <a:gd name="T8" fmla="*/ 135 w 271"/>
              <a:gd name="T9" fmla="*/ 163 h 275"/>
              <a:gd name="T10" fmla="*/ 232 w 271"/>
              <a:gd name="T11" fmla="*/ 113 h 275"/>
              <a:gd name="T12" fmla="*/ 232 w 271"/>
              <a:gd name="T13" fmla="*/ 90 h 275"/>
              <a:gd name="T14" fmla="*/ 39 w 271"/>
              <a:gd name="T15" fmla="*/ 90 h 275"/>
              <a:gd name="T16" fmla="*/ 39 w 271"/>
              <a:gd name="T17" fmla="*/ 113 h 275"/>
              <a:gd name="T18" fmla="*/ 232 w 271"/>
              <a:gd name="T19" fmla="*/ 113 h 275"/>
              <a:gd name="T20" fmla="*/ 232 w 271"/>
              <a:gd name="T21" fmla="*/ 39 h 275"/>
              <a:gd name="T22" fmla="*/ 39 w 271"/>
              <a:gd name="T23" fmla="*/ 39 h 275"/>
              <a:gd name="T24" fmla="*/ 39 w 271"/>
              <a:gd name="T25" fmla="*/ 63 h 275"/>
              <a:gd name="T26" fmla="*/ 232 w 271"/>
              <a:gd name="T27" fmla="*/ 63 h 275"/>
              <a:gd name="T28" fmla="*/ 232 w 271"/>
              <a:gd name="T29" fmla="*/ 39 h 275"/>
              <a:gd name="T30" fmla="*/ 101 w 271"/>
              <a:gd name="T31" fmla="*/ 210 h 275"/>
              <a:gd name="T32" fmla="*/ 0 w 271"/>
              <a:gd name="T33" fmla="*/ 210 h 275"/>
              <a:gd name="T34" fmla="*/ 0 w 271"/>
              <a:gd name="T35" fmla="*/ 0 h 275"/>
              <a:gd name="T36" fmla="*/ 271 w 271"/>
              <a:gd name="T37" fmla="*/ 0 h 275"/>
              <a:gd name="T38" fmla="*/ 271 w 271"/>
              <a:gd name="T39" fmla="*/ 210 h 275"/>
              <a:gd name="T40" fmla="*/ 205 w 271"/>
              <a:gd name="T41" fmla="*/ 210 h 275"/>
              <a:gd name="T42" fmla="*/ 101 w 271"/>
              <a:gd name="T43" fmla="*/ 275 h 275"/>
              <a:gd name="T44" fmla="*/ 101 w 271"/>
              <a:gd name="T45" fmla="*/ 210 h 275"/>
              <a:gd name="T46" fmla="*/ 173 w 271"/>
              <a:gd name="T47" fmla="*/ 142 h 275"/>
              <a:gd name="T48" fmla="*/ 153 w 271"/>
              <a:gd name="T49" fmla="*/ 142 h 275"/>
              <a:gd name="T50" fmla="*/ 153 w 271"/>
              <a:gd name="T51" fmla="*/ 163 h 275"/>
              <a:gd name="T52" fmla="*/ 173 w 271"/>
              <a:gd name="T53" fmla="*/ 163 h 275"/>
              <a:gd name="T54" fmla="*/ 173 w 271"/>
              <a:gd name="T55" fmla="*/ 142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71" h="275">
                <a:moveTo>
                  <a:pt x="135" y="163"/>
                </a:moveTo>
                <a:lnTo>
                  <a:pt x="135" y="142"/>
                </a:lnTo>
                <a:lnTo>
                  <a:pt x="39" y="142"/>
                </a:lnTo>
                <a:lnTo>
                  <a:pt x="39" y="163"/>
                </a:lnTo>
                <a:lnTo>
                  <a:pt x="135" y="163"/>
                </a:lnTo>
                <a:close/>
                <a:moveTo>
                  <a:pt x="232" y="113"/>
                </a:moveTo>
                <a:lnTo>
                  <a:pt x="232" y="90"/>
                </a:lnTo>
                <a:lnTo>
                  <a:pt x="39" y="90"/>
                </a:lnTo>
                <a:lnTo>
                  <a:pt x="39" y="113"/>
                </a:lnTo>
                <a:lnTo>
                  <a:pt x="232" y="113"/>
                </a:lnTo>
                <a:close/>
                <a:moveTo>
                  <a:pt x="232" y="39"/>
                </a:moveTo>
                <a:lnTo>
                  <a:pt x="39" y="39"/>
                </a:lnTo>
                <a:lnTo>
                  <a:pt x="39" y="63"/>
                </a:lnTo>
                <a:lnTo>
                  <a:pt x="232" y="63"/>
                </a:lnTo>
                <a:lnTo>
                  <a:pt x="232" y="39"/>
                </a:lnTo>
                <a:close/>
                <a:moveTo>
                  <a:pt x="101" y="210"/>
                </a:moveTo>
                <a:lnTo>
                  <a:pt x="0" y="210"/>
                </a:lnTo>
                <a:lnTo>
                  <a:pt x="0" y="0"/>
                </a:lnTo>
                <a:lnTo>
                  <a:pt x="271" y="0"/>
                </a:lnTo>
                <a:lnTo>
                  <a:pt x="271" y="210"/>
                </a:lnTo>
                <a:lnTo>
                  <a:pt x="205" y="210"/>
                </a:lnTo>
                <a:lnTo>
                  <a:pt x="101" y="275"/>
                </a:lnTo>
                <a:lnTo>
                  <a:pt x="101" y="210"/>
                </a:lnTo>
                <a:close/>
                <a:moveTo>
                  <a:pt x="173" y="142"/>
                </a:moveTo>
                <a:lnTo>
                  <a:pt x="153" y="142"/>
                </a:lnTo>
                <a:lnTo>
                  <a:pt x="153" y="163"/>
                </a:lnTo>
                <a:lnTo>
                  <a:pt x="173" y="163"/>
                </a:lnTo>
                <a:lnTo>
                  <a:pt x="173" y="142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endParaRPr lang="en-US" ker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854883" y="1579389"/>
            <a:ext cx="3228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95959"/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        </a:t>
            </a:r>
            <a:endParaRPr lang="en-US" dirty="0">
              <a:solidFill>
                <a:srgbClr val="595959"/>
              </a:solidFill>
              <a:latin typeface="Tahoma" panose="020B0604030504040204"/>
              <a:ea typeface="Tahoma" panose="020B0604030504040204"/>
              <a:cs typeface="Tahoma" panose="020B060403050404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b="0"/>
              <a:t> </a:t>
            </a:r>
            <a:endParaRPr lang="en-US" altLang="zh-CN" sz="1600" b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</a:pPr>
            <a:r>
              <a:rPr lang="en-US" sz="2665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Ace Angelo Bueno – Project Lead &amp; Data Scientist</a:t>
            </a:r>
            <a:endParaRPr lang="en-US" sz="2665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endParaRPr lang="en-US" sz="2665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r>
              <a:rPr lang="en-US" sz="2665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Responsible for data preprocessing, CNN model development, analysis, and presentation of results.</a:t>
            </a:r>
            <a:endParaRPr lang="en-US" sz="2665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endParaRPr lang="en-US" sz="2665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r>
              <a:rPr lang="en-US" sz="2665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Supported by literature research and open-source embryo image datasets for model development.</a:t>
            </a:r>
            <a:endParaRPr lang="en-US" sz="2665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Team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Work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Please refer to </a:t>
            </a:r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  <a:hlinkClick r:id="rId1" action="ppaction://hlinkfile"/>
              </a:rPr>
              <a:t>this sheet</a:t>
            </a:r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 for the Research Tracker Template.</a:t>
            </a:r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Additionally, here are the details of the project “Data Science-Based Prediction of Embryo Quality for Fertility Outcomes”</a:t>
            </a:r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Used embryo image dataset (CSV file linked) for analysis and model training.</a:t>
            </a:r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Applied CNN-based deep learning for embryo classification.</a:t>
            </a:r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Conducted data cleaning, augmentation, and feature analysis.</a:t>
            </a:r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Evaluated performance using standard ML metrics.</a:t>
            </a:r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sz="2400" dirty="0">
                <a:solidFill>
                  <a:schemeClr val="tx1"/>
                </a:solidFill>
                <a:latin typeface="Arial Regular" panose="020B0604020202020204" charset="0"/>
                <a:cs typeface="Arial Regular" panose="020B0604020202020204" charset="0"/>
              </a:rPr>
              <a:t>Goal: Automate embryo grading and enhance IVF outcomes.</a:t>
            </a:r>
            <a:endParaRPr lang="en-US" altLang="en-IN" sz="2400" dirty="0">
              <a:solidFill>
                <a:schemeClr val="tx1"/>
              </a:solidFill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6573016" y="1363701"/>
            <a:ext cx="2928900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000" dirty="0">
                <a:solidFill>
                  <a:srgbClr val="0070C0"/>
                </a:solidFill>
              </a:rPr>
              <a:t>Inference Pipeline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475555" y="1363701"/>
            <a:ext cx="3071467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000" dirty="0">
                <a:solidFill>
                  <a:srgbClr val="0070C0"/>
                </a:solidFill>
              </a:rPr>
              <a:t>Training Pipeline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11" name="Google Shape;82;p15"/>
          <p:cNvSpPr/>
          <p:nvPr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Design Document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773271" y="1363701"/>
            <a:ext cx="0" cy="44454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74980" y="1732915"/>
            <a:ext cx="4716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tx1"/>
                </a:solidFill>
                <a:sym typeface="+mn-ea"/>
              </a:rPr>
              <a:t>Data Collection → Data Preprocessing → Model Training → Model Evaluation → Model Export</a:t>
            </a:r>
            <a:endParaRPr lang="en-US" sz="18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064885" y="1933575"/>
            <a:ext cx="5948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r>
              <a:rPr lang="en-US" sz="1800">
                <a:solidFill>
                  <a:schemeClr val="tx1"/>
                </a:solidFill>
                <a:sym typeface="+mn-ea"/>
              </a:rPr>
              <a:t>Input Image → Preprocessing → Model Inference → Output Prediction → Dashboard Visualization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59740" y="3135630"/>
            <a:ext cx="51841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Combined Google (Day 3 &amp; 4) and Kaggle datasets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Applied image preprocessing (resize, normalization, augmentation)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Trained using MobileNet, EfficientNet, and ResNet50 (transfer learning)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Evaluated using accuracy, precision, recall, F1-score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Saved best-performing model for deployment</a:t>
            </a:r>
            <a:endParaRPr lang="en-US" sz="1800"/>
          </a:p>
          <a:p>
            <a:endParaRPr lang="en-US" sz="1800"/>
          </a:p>
        </p:txBody>
      </p:sp>
      <p:sp>
        <p:nvSpPr>
          <p:cNvPr id="13" name="Text Box 12"/>
          <p:cNvSpPr txBox="1"/>
          <p:nvPr/>
        </p:nvSpPr>
        <p:spPr>
          <a:xfrm>
            <a:off x="6079490" y="2923540"/>
            <a:ext cx="578993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Embryologist uploads Day 3 or Day 4 embryo image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Image is processed and fed into the trained model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Model predicts “Healthy” or “Unhealthy” embryo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Results shown in a dashboard with confidence score</a:t>
            </a:r>
            <a:endParaRPr lang="en-US" sz="1800"/>
          </a:p>
          <a:p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0500" y="915035"/>
          <a:ext cx="11556365" cy="5885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515"/>
                <a:gridCol w="2155190"/>
                <a:gridCol w="2156460"/>
                <a:gridCol w="2157730"/>
                <a:gridCol w="2490470"/>
              </a:tblGrid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Criteria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Database 1</a:t>
                      </a:r>
                      <a:r>
                        <a:rPr lang="en-US" alt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: Local Files</a:t>
                      </a:r>
                      <a:endParaRPr lang="en-US" alt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Database 2</a:t>
                      </a:r>
                      <a:r>
                        <a:rPr lang="en-US" alt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Local SQL Database</a:t>
                      </a:r>
                      <a:endParaRPr lang="en-US" alt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Database 3</a:t>
                      </a:r>
                      <a:r>
                        <a:rPr lang="en-US" alt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: Cloud Database</a:t>
                      </a:r>
                      <a:endParaRPr lang="en-US" alt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Arial" panose="020B0604020202020204"/>
                        </a:rPr>
                        <a:t>Decision</a:t>
                      </a:r>
                      <a:endParaRPr lang="en-IN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 panose="020B0604020202020204"/>
                      </a:endParaRPr>
                    </a:p>
                  </a:txBody>
                  <a:tcPr marL="7620" marR="7620" marT="7620" marB="0" anchor="ctr"/>
                </a:tc>
              </a:tr>
              <a:tr h="944880"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Availability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Easy to access and create manually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Structured and easy to query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High availability and remote access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Cloud Database — ensures consistent access and sharing across environments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Quality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Prone to manual errors, duplicates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Schema validation improves quality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Built-in validation and backups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Cloud Database — provides automated quality control and versioning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Cost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Free and simple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Low to moderate (requires setup)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May incur monthly hosting costs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Local SQL Database — cost-effective for small projects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731520"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Timeliness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Manual updates required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Moderate (can automate refresh)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Real-time data sync possible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Cloud Database — faster retrieval for AI model integration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642620"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Scalability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Limited to local machine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Moderate scalability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Highly scalable for large datasets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Cloud Database — best for future expansion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830580"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Compliance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Manual data protection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User roles and permissions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High compliance (e.g., GDPR-ready)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Cloud Database — ensures better data security and compliance</a:t>
                      </a:r>
                      <a:endParaRPr lang="en-IN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838835"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Integration Complexity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Simple for standalone work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Requires setup and drivers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Needs cloud connection and credentials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7950" algn="l"/>
                      <a:r>
                        <a:rPr lang="en-IN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Local SQL Database — simpler for model experimentation phase</a:t>
                      </a:r>
                      <a:endParaRPr lang="en-I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Google Shape;82;p15"/>
          <p:cNvSpPr/>
          <p:nvPr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Analysis and Resolution (DAR)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6573016" y="1363701"/>
            <a:ext cx="2928900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000" dirty="0">
                <a:solidFill>
                  <a:srgbClr val="0070C0"/>
                </a:solidFill>
              </a:rPr>
              <a:t>Inference Pipeline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475555" y="1363701"/>
            <a:ext cx="3071467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000" dirty="0">
                <a:solidFill>
                  <a:srgbClr val="0070C0"/>
                </a:solidFill>
              </a:rPr>
              <a:t>Training Pipeline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11" name="Google Shape;82;p15"/>
          <p:cNvSpPr/>
          <p:nvPr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Level Design Document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773271" y="1363701"/>
            <a:ext cx="0" cy="444542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802005" y="2042795"/>
            <a:ext cx="4758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/>
                </a:solidFill>
              </a:rPr>
              <a:t>Data Collection → Data Preprocessing → Model Training → Model Evaluation → Model Export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70015" y="2011680"/>
            <a:ext cx="5279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/>
                </a:solidFill>
              </a:rPr>
              <a:t>Image Input → Preprocessing → Model Loading → Prediction → Output Classification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74980" y="2874645"/>
            <a:ext cx="50857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Combined Google (Day 3 &amp; Day 4) and Kaggle embryo classification datasets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Applied preprocessing: resize, normalization, data augmentation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Implemented MobileNet, EfficientNet, and ResNet50 (transfer learning)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Configured training with Adam optimizer, early stopping, and learning rate scheduler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Evaluated using accuracy, precision, recall, and F1-score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Exported best-performing model for deployment</a:t>
            </a:r>
            <a:endParaRPr lang="en-US" sz="1800"/>
          </a:p>
        </p:txBody>
      </p:sp>
      <p:sp>
        <p:nvSpPr>
          <p:cNvPr id="13" name="Text Box 12"/>
          <p:cNvSpPr txBox="1"/>
          <p:nvPr/>
        </p:nvSpPr>
        <p:spPr>
          <a:xfrm>
            <a:off x="5986145" y="2923540"/>
            <a:ext cx="62420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User uploads embryo image (Day 3 or Day 4)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Image is resized and normalized to match training format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Best model (EfficientNet) is loaded from saved weights</a:t>
            </a:r>
            <a:endParaRPr lang="en-US" sz="18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/>
              <a:t>Model predicts Healthy or Unhealthy embryo class</a:t>
            </a: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75555" y="359961"/>
            <a:ext cx="11417400" cy="507600"/>
          </a:xfrm>
        </p:spPr>
        <p:txBody>
          <a:bodyPr/>
          <a:lstStyle/>
          <a:p>
            <a:r>
              <a:rPr lang="en-US" dirty="0"/>
              <a:t>Data Understanding	</a:t>
            </a:r>
            <a:endParaRPr lang="en-US" dirty="0"/>
          </a:p>
        </p:txBody>
      </p:sp>
      <p:sp>
        <p:nvSpPr>
          <p:cNvPr id="4" name="Google Shape;82;p15"/>
          <p:cNvSpPr/>
          <p:nvPr/>
        </p:nvSpPr>
        <p:spPr>
          <a:xfrm>
            <a:off x="0" y="187904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475555" y="1379576"/>
            <a:ext cx="3794693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000" dirty="0">
                <a:solidFill>
                  <a:srgbClr val="0070C0"/>
                </a:solidFill>
              </a:rPr>
              <a:t>Volume, Size, Type of data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7" name="Google Shape;312;p11"/>
          <p:cNvSpPr txBox="1"/>
          <p:nvPr/>
        </p:nvSpPr>
        <p:spPr>
          <a:xfrm>
            <a:off x="475615" y="1816735"/>
            <a:ext cx="4328795" cy="116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1,000–5,000 embryo images (~50–200 KB each) with labels (High/Medium/Low).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475555" y="3153512"/>
            <a:ext cx="3794693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000" dirty="0">
                <a:solidFill>
                  <a:srgbClr val="0070C0"/>
                </a:solidFill>
              </a:rPr>
              <a:t>Data Sources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9" name="Google Shape;312;p11"/>
          <p:cNvSpPr txBox="1"/>
          <p:nvPr/>
        </p:nvSpPr>
        <p:spPr>
          <a:xfrm>
            <a:off x="475555" y="3585482"/>
            <a:ext cx="4328773" cy="81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IVF clinic repository, optional open-source datasets.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6337038" y="1379576"/>
            <a:ext cx="3794693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000" dirty="0">
                <a:solidFill>
                  <a:srgbClr val="0070C0"/>
                </a:solidFill>
              </a:rPr>
              <a:t>Key Variables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1" name="Google Shape;312;p11"/>
          <p:cNvSpPr txBox="1"/>
          <p:nvPr/>
        </p:nvSpPr>
        <p:spPr>
          <a:xfrm>
            <a:off x="6337038" y="1811546"/>
            <a:ext cx="4328773" cy="81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Image_ID, Embryo_Image, Stage, Cell_Count, Quality_Score.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6337038" y="3153512"/>
            <a:ext cx="3794693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000" dirty="0">
                <a:solidFill>
                  <a:srgbClr val="0070C0"/>
                </a:solidFill>
              </a:rPr>
              <a:t>Initial Observations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3" name="Google Shape;312;p11"/>
          <p:cNvSpPr txBox="1"/>
          <p:nvPr/>
        </p:nvSpPr>
        <p:spPr>
          <a:xfrm>
            <a:off x="6337300" y="3585210"/>
            <a:ext cx="4328795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Some image quality issues, possible class imbalance, mostly complete metadata.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2;p15"/>
          <p:cNvSpPr/>
          <p:nvPr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065001" y="1265090"/>
            <a:ext cx="0" cy="45820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727083" y="1265090"/>
            <a:ext cx="0" cy="45820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5"/>
          <p:cNvSpPr txBox="1"/>
          <p:nvPr/>
        </p:nvSpPr>
        <p:spPr>
          <a:xfrm>
            <a:off x="475554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Preprocessing Techniques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8" name="Content Placeholder 5"/>
          <p:cNvSpPr txBox="1"/>
          <p:nvPr/>
        </p:nvSpPr>
        <p:spPr>
          <a:xfrm>
            <a:off x="4231766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Steps Taken: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20" name="Content Placeholder 5"/>
          <p:cNvSpPr txBox="1"/>
          <p:nvPr/>
        </p:nvSpPr>
        <p:spPr>
          <a:xfrm>
            <a:off x="7961084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Challenges: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04215" y="1799590"/>
            <a:ext cx="326263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Image Resizing: Standardized all embryo images to 224x224 pixels to match CNN input requirements.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Normalization: Scaled pixel values to 0–1 to improve model convergence.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Data Augmentation: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Rotation, horizontal/vertical flipping, zooming, brightness adjustment.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Helps address class imbalance and improve model generalization.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Noise Removal / Image Enhancement: Applied filters to reduce blur and enhance contrast.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Label Encoding: Converted categorical quality scores (High, Medium, Low) into numerical labels for CNN classification.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352925" y="1848485"/>
            <a:ext cx="334581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1. Data Cleaning: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Removed corrupted or incomplete images.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Filled or removed missing values in cell count or stage labels.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2. Data Splitting: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Training set: 70%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Validation set: 20%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Test set: 10%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3. Data Augmentation &amp; Balancing: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Applied augmentation to underrepresented classes (Low-quality embryos).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4. Final Verification: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Checked image-label alignment and dataset consistency.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098790" y="1734820"/>
            <a:ext cx="362331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Image Quality Variability: Some images were blurred, poorly illuminated, or partially occluded.</a:t>
            </a:r>
            <a:b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Class Imbalance: High-quality embryos dominated the dataset, requiring augmentation.</a:t>
            </a:r>
            <a:b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Missing Metadata: A few images lacked stage or cell count labels.</a:t>
            </a:r>
            <a:b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Dataset Size: Limited dataset for training deep CNN required careful augmentation to prevent overfitting.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3405" y="1180465"/>
          <a:ext cx="10883900" cy="5012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780"/>
                <a:gridCol w="2176780"/>
                <a:gridCol w="2176780"/>
                <a:gridCol w="2176780"/>
                <a:gridCol w="2176780"/>
              </a:tblGrid>
              <a:tr h="5480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Criteria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Model 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Model 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Model 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  <a:sym typeface="Arial" panose="020B0604020202020204"/>
                        </a:rPr>
                        <a:t>Decision</a:t>
                      </a:r>
                      <a:endParaRPr lang="en-IN" sz="1600" b="1" i="0" u="none" strike="noStrike" cap="non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 panose="020B0604020202020204"/>
                      </a:endParaRPr>
                    </a:p>
                  </a:txBody>
                  <a:tcPr marL="7620" marR="7620" marT="7620" marB="0" anchor="ctr"/>
                </a:tc>
              </a:tr>
              <a:tr h="775970">
                <a:tc>
                  <a:txBody>
                    <a:bodyPr/>
                    <a:lstStyle/>
                    <a:p>
                      <a:pPr marL="107950" indent="0" algn="l" fontAlgn="b">
                        <a:buFont typeface="+mj-lt"/>
                        <a:buNone/>
                      </a:pPr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Performance &amp; Resource Utilization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 fontAlgn="b">
                        <a:lnSpc>
                          <a:spcPct val="100000"/>
                        </a:lnSpc>
                      </a:pPr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✅ Fast training, low GPU memory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⚠️ Moderate GPU usage, slower than simple CNN</a:t>
                      </a:r>
                      <a:endParaRPr lang="en-IN" sz="160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⚠️ Very high GPU/memory usage, long training time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Simple CNN – efficient for research-scale dataset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</a:tr>
              <a:tr h="982980">
                <a:tc>
                  <a:txBody>
                    <a:bodyPr/>
                    <a:lstStyle/>
                    <a:p>
                      <a:pPr marL="107950" indent="0" algn="l" fontAlgn="b">
                        <a:buFont typeface="+mj-lt"/>
                        <a:buNone/>
                      </a:pPr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Ease of Use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✅ Easy to implement, fewer layers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r>
                        <a:rPr lang="en-IN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⚠️ Moderate complexity, pretrained weights require adaptation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⚠️ Complex architecture, tuning needed</a:t>
                      </a:r>
                      <a:endParaRPr lang="en-IN" sz="160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Simple CNN – minimal setup and tuning</a:t>
                      </a:r>
                      <a:endParaRPr lang="en-IN" sz="16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</a:tr>
              <a:tr h="982980">
                <a:tc>
                  <a:txBody>
                    <a:bodyPr/>
                    <a:lstStyle/>
                    <a:p>
                      <a:pPr marL="107950" indent="0" algn="l" fontAlgn="b">
                        <a:buFont typeface="+mj-lt"/>
                        <a:buNone/>
                      </a:pPr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Accuracy and Quality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⚠️ Moderate accuracy on complex images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✅ High accuracy, handles complex features well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✅ High accuracy, may slightly outperform ResNet</a:t>
                      </a:r>
                      <a:endParaRPr lang="en-IN" sz="160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✅ ResNet-50 or Simple CNN depending on dataset size and resource;</a:t>
                      </a:r>
                      <a:endParaRPr lang="en-IN" sz="16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</a:tr>
              <a:tr h="739140">
                <a:tc>
                  <a:txBody>
                    <a:bodyPr/>
                    <a:lstStyle/>
                    <a:p>
                      <a:pPr marL="107950" indent="0" algn="l" fontAlgn="b">
                        <a:buFont typeface="+mj-lt"/>
                        <a:buNone/>
                      </a:pPr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System Requirements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✅ Low hardware requirements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⚠️ Requires GPU for efficient training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⚠️ Requires high-end GPU &amp; memory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b="0" i="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Simple CNN – compatible with available resources</a:t>
                      </a:r>
                      <a:endParaRPr lang="en-IN" sz="1600" b="0" i="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</a:tr>
              <a:tr h="982980">
                <a:tc>
                  <a:txBody>
                    <a:bodyPr/>
                    <a:lstStyle/>
                    <a:p>
                      <a:pPr marL="107950" indent="0" algn="l" fontAlgn="b">
                        <a:buFont typeface="+mj-lt"/>
                        <a:buNone/>
                      </a:pPr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Scalability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⚠️ Limited if dataset grows large</a:t>
                      </a:r>
                      <a:endParaRPr lang="en-IN" sz="1600" u="none" strike="noStrike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✅ Can scale with transfer learning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✅ Scalable, but resource-heavy</a:t>
                      </a:r>
                      <a:endParaRPr lang="en-IN" sz="160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  <a:tc>
                  <a:txBody>
                    <a:bodyPr/>
                    <a:lstStyle/>
                    <a:p>
                      <a:pPr marL="107950" algn="l" fontAlgn="b"/>
                      <a:r>
                        <a:rPr lang="en-IN" sz="16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ResNet-50 – better for future expansion, but for current project, Simple CNN sufficient</a:t>
                      </a:r>
                      <a:endParaRPr lang="en-IN" sz="16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620" marR="7620" marT="7620" marB="0" anchor="ctr" anchorCtr="0"/>
                </a:tc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- DAR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2;p15"/>
          <p:cNvSpPr/>
          <p:nvPr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4065001" y="1265090"/>
            <a:ext cx="0" cy="45820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727083" y="1265090"/>
            <a:ext cx="0" cy="45820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5"/>
          <p:cNvSpPr txBox="1"/>
          <p:nvPr/>
        </p:nvSpPr>
        <p:spPr>
          <a:xfrm>
            <a:off x="475554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Metrics: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7" name="Content Placeholder 5"/>
          <p:cNvSpPr txBox="1"/>
          <p:nvPr/>
        </p:nvSpPr>
        <p:spPr>
          <a:xfrm>
            <a:off x="4231766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Performance: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9" name="Content Placeholder 5"/>
          <p:cNvSpPr txBox="1"/>
          <p:nvPr/>
        </p:nvSpPr>
        <p:spPr>
          <a:xfrm>
            <a:off x="7961084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Issues Identified: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38810" y="1848485"/>
            <a:ext cx="3261995" cy="4015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To assess model performance, the following metrics were used: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Accuracy: Percentage of correctly classified embryos.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Precision: Ability to correctly identify embryos of a specific quality class.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Recall (Sensitivity): Ability to detect all embryos of a given class.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F1-Score: Harmonic mean of precision and recall, balances false positives and false negatives.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lumMod val="65000"/>
                    <a:lumOff val="35000"/>
                  </a:schemeClr>
                </a:solidFill>
              </a:rPr>
              <a:t>Confusion Matrix: Visualizes true vs. predicted classifications across all classes.</a:t>
            </a:r>
            <a:endParaRPr lang="en-US" sz="15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548505" y="2044065"/>
            <a:ext cx="24860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~85–88% accuracy; high-quality embryos classified most accurately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098790" y="1832610"/>
            <a:ext cx="390017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Class Imbalance: Fewer Low-quality embryos → slightly lower precision and recall.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Image Quality Variability: Blurred or low-contrast images affected model predictions.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Limited Dataset Size: Small dataset may limit generalization; more images could improve accuracy.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Overfitting Risk: High training accuracy vs. slightly lower validation accuracy; addressed with dropout and data augmentation.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2;p15"/>
          <p:cNvSpPr/>
          <p:nvPr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4065001" y="1265090"/>
            <a:ext cx="0" cy="45820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727083" y="1265090"/>
            <a:ext cx="0" cy="458203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5"/>
          <p:cNvSpPr txBox="1"/>
          <p:nvPr/>
        </p:nvSpPr>
        <p:spPr>
          <a:xfrm>
            <a:off x="475554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Current Status: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7" name="Content Placeholder 5"/>
          <p:cNvSpPr txBox="1"/>
          <p:nvPr/>
        </p:nvSpPr>
        <p:spPr>
          <a:xfrm>
            <a:off x="4231766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Integration: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9" name="Content Placeholder 5"/>
          <p:cNvSpPr txBox="1"/>
          <p:nvPr/>
        </p:nvSpPr>
        <p:spPr>
          <a:xfrm>
            <a:off x="7961084" y="1131359"/>
            <a:ext cx="3262721" cy="392641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 marL="269875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2pPr>
            <a:lvl3pPr marL="450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3pPr>
            <a:lvl4pPr marL="720725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4pPr>
            <a:lvl5pPr marL="9017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/>
              <a:buNone/>
              <a:defRPr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2000" dirty="0">
                <a:solidFill>
                  <a:srgbClr val="0070C0"/>
                </a:solidFill>
              </a:rPr>
              <a:t>Remaining Tasks: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23570" y="1701800"/>
            <a:ext cx="31146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Model Development: CNN model fully trained, validated, and saved.</a:t>
            </a:r>
            <a:b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Testing: Model tested on held-out dataset with ~85–88% accuracy.</a:t>
            </a:r>
            <a:b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Data Preparation Pipeline: Preprocessing, augmentation, and label encoding completed.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417695" y="1734820"/>
            <a:ext cx="309054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Current Integration: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Model ready to be integrated into lab workflow or decision-support system.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Preprocessing and inference pipelines defined for real-time embryo image input.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Planned Integration: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Connect trained CNN to IVF clinic software or dashboard.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Automate prediction results display for embryologist review.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946390" y="1718310"/>
            <a:ext cx="390398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1. Deployment to Production/Clinic Environment – integrate model with lab systems.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2. User Interface / Dashboard – display predictions and confidence scores for embryologists.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3. Monitoring &amp; Maintenance – track model performance, retrain with new images over time.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4. Validation with Live Data – test on new IVF cycles to ensure consistent performance.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lang="en-US" sz="1800">
                <a:solidFill>
                  <a:schemeClr val="tx1">
                    <a:lumMod val="65000"/>
                    <a:lumOff val="35000"/>
                  </a:schemeClr>
                </a:solidFill>
              </a:rPr>
              <a:t>5. Documentation &amp; Training – provide user guide for lab staff.</a:t>
            </a:r>
            <a:endParaRPr 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/>
        </p:nvSpPr>
        <p:spPr>
          <a:xfrm>
            <a:off x="6573016" y="1363701"/>
            <a:ext cx="2928900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000" dirty="0">
                <a:solidFill>
                  <a:srgbClr val="0070C0"/>
                </a:solidFill>
              </a:rPr>
              <a:t>Periodic reviews: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475555" y="1363701"/>
            <a:ext cx="3071467" cy="3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 panose="02040502050405020303"/>
              <a:buNone/>
              <a:defRPr sz="3000" b="0" i="0" u="none" strike="noStrike" cap="none">
                <a:solidFill>
                  <a:srgbClr val="074C7A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000" dirty="0">
                <a:solidFill>
                  <a:srgbClr val="0070C0"/>
                </a:solidFill>
              </a:rPr>
              <a:t>Strategy: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11" name="Google Shape;82;p15"/>
          <p:cNvSpPr/>
          <p:nvPr/>
        </p:nvSpPr>
        <p:spPr>
          <a:xfrm>
            <a:off x="0" y="172029"/>
            <a:ext cx="148019" cy="742450"/>
          </a:xfrm>
          <a:custGeom>
            <a:avLst/>
            <a:gdLst/>
            <a:ahLst/>
            <a:cxnLst/>
            <a:rect l="l" t="t" r="r" b="b"/>
            <a:pathLst>
              <a:path w="177800" h="891832" extrusionOk="0">
                <a:moveTo>
                  <a:pt x="177800" y="891832"/>
                </a:moveTo>
                <a:lnTo>
                  <a:pt x="177679" y="70171"/>
                </a:lnTo>
                <a:lnTo>
                  <a:pt x="163653" y="30776"/>
                </a:lnTo>
                <a:lnTo>
                  <a:pt x="131402" y="5462"/>
                </a:lnTo>
                <a:lnTo>
                  <a:pt x="103365" y="0"/>
                </a:lnTo>
                <a:lnTo>
                  <a:pt x="0" y="0"/>
                </a:lnTo>
                <a:lnTo>
                  <a:pt x="0" y="891832"/>
                </a:lnTo>
                <a:lnTo>
                  <a:pt x="177800" y="891832"/>
                </a:lnTo>
                <a:close/>
              </a:path>
            </a:pathLst>
          </a:custGeom>
          <a:solidFill>
            <a:srgbClr val="F4811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 panose="020B0604020202020204"/>
              <a:buNone/>
            </a:pP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and Maintenance</a:t>
            </a:r>
            <a:endParaRPr lang="en-US" dirty="0"/>
          </a:p>
        </p:txBody>
      </p:sp>
      <p:sp>
        <p:nvSpPr>
          <p:cNvPr id="5" name="Google Shape;312;p11"/>
          <p:cNvSpPr txBox="1"/>
          <p:nvPr/>
        </p:nvSpPr>
        <p:spPr>
          <a:xfrm>
            <a:off x="475615" y="1936115"/>
            <a:ext cx="4328795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Track performance, data quality, error logging, feedback from embryologists.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  <p:sp>
        <p:nvSpPr>
          <p:cNvPr id="6" name="Google Shape;312;p11"/>
          <p:cNvSpPr txBox="1"/>
          <p:nvPr/>
        </p:nvSpPr>
        <p:spPr>
          <a:xfrm>
            <a:off x="6572885" y="1936115"/>
            <a:ext cx="4328795" cy="131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lvl="0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Monthly: Accuracy check on new images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  <a:p>
            <a:pPr lvl="0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Quarterly: Retraining with new data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  <a:p>
            <a:pPr lvl="0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Regular" panose="020B0604020202020204" charset="0"/>
                <a:ea typeface="Tahoma" panose="020B0604030504040204" pitchFamily="34" charset="0"/>
                <a:cs typeface="Arial Regular" panose="020B0604020202020204" charset="0"/>
              </a:rPr>
              <a:t>Annual: Full system evaluation and upgrades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 Regular" panose="020B0604020202020204" charset="0"/>
              <a:ea typeface="Tahoma" panose="020B0604030504040204" pitchFamily="34" charset="0"/>
              <a:cs typeface="Arial Regular" panose="020B060402020202020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773271" y="1363701"/>
            <a:ext cx="0" cy="165480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9110" y="3412490"/>
            <a:ext cx="9157970" cy="289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Data Drift, Model Drift, and Concept Drift</a:t>
            </a:r>
            <a:endParaRPr lang="en-US" sz="1400" dirty="0">
              <a:solidFill>
                <a:srgbClr val="0070C0"/>
              </a:solidFill>
            </a:endParaRPr>
          </a:p>
          <a:p>
            <a:pPr marL="800100" lvl="1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Data Drift: Changes in input embryo images (lighting, devices).</a:t>
            </a:r>
            <a:endParaRPr lang="en-US" sz="1400" dirty="0">
              <a:solidFill>
                <a:srgbClr val="0070C0"/>
              </a:solidFill>
            </a:endParaRPr>
          </a:p>
          <a:p>
            <a:pPr marL="800100" lvl="1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Model Drift: Decline in prediction performance over time.</a:t>
            </a:r>
            <a:endParaRPr lang="en-US" sz="1400" dirty="0">
              <a:solidFill>
                <a:srgbClr val="0070C0"/>
              </a:solidFill>
            </a:endParaRPr>
          </a:p>
          <a:p>
            <a:pPr marL="800100" lvl="1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Concept Drift: Changes in clinical definition of “high-quality” embryos.</a:t>
            </a:r>
            <a:endParaRPr lang="en-US" sz="1400" dirty="0">
              <a:solidFill>
                <a:srgbClr val="0070C0"/>
              </a:solidFill>
            </a:endParaRPr>
          </a:p>
          <a:p>
            <a:pPr marL="34290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70C0"/>
              </a:solidFill>
            </a:endParaRPr>
          </a:p>
          <a:p>
            <a:pPr marL="34290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PESTEL Conditions</a:t>
            </a:r>
            <a:endParaRPr lang="en-US" sz="1400" dirty="0">
              <a:solidFill>
                <a:srgbClr val="0070C0"/>
              </a:solidFill>
            </a:endParaRPr>
          </a:p>
          <a:p>
            <a:pPr marL="34290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Political/Legal: Health regulations, data privacy laws (HIPAA, GDPR)</a:t>
            </a:r>
            <a:endParaRPr lang="en-US" sz="1400" dirty="0">
              <a:solidFill>
                <a:srgbClr val="0070C0"/>
              </a:solidFill>
            </a:endParaRPr>
          </a:p>
          <a:p>
            <a:pPr marL="342900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Economic: Budget and clinic resource constraints</a:t>
            </a:r>
            <a:br>
              <a:rPr lang="en-US" sz="1400" dirty="0">
                <a:solidFill>
                  <a:srgbClr val="0070C0"/>
                </a:solidFill>
              </a:rPr>
            </a:br>
            <a:endParaRPr lang="en-US" sz="1400" dirty="0">
              <a:solidFill>
                <a:srgbClr val="0070C0"/>
              </a:solidFill>
            </a:endParaRP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Sustainability, Regulatory, and ESG Considerations</a:t>
            </a:r>
            <a:endParaRPr lang="en-US" sz="1400" dirty="0">
              <a:solidFill>
                <a:srgbClr val="0070C0"/>
              </a:solidFill>
            </a:endParaRPr>
          </a:p>
          <a:p>
            <a:pPr marL="742950" lvl="1" indent="-28575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Sustainability: Reduces repeated IVF cycles → saves resources &amp; energy</a:t>
            </a:r>
            <a:endParaRPr lang="en-US" sz="1400" dirty="0">
              <a:solidFill>
                <a:srgbClr val="0070C0"/>
              </a:solidFill>
            </a:endParaRPr>
          </a:p>
          <a:p>
            <a:pPr marL="800100" lvl="1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Regulatory: Follow healthcare data protection and clinical protocols</a:t>
            </a:r>
            <a:endParaRPr lang="en-US" sz="1400" dirty="0">
              <a:solidFill>
                <a:srgbClr val="0070C0"/>
              </a:solidFill>
            </a:endParaRPr>
          </a:p>
          <a:p>
            <a:pPr marL="800100" lvl="1" indent="-342900"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ESG: Ethical embryo selection, patient outcomes, responsible AI use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"/>
          <p:cNvSpPr/>
          <p:nvPr/>
        </p:nvSpPr>
        <p:spPr>
          <a:xfrm>
            <a:off x="0" y="5245842"/>
            <a:ext cx="12192000" cy="1612159"/>
          </a:xfrm>
          <a:custGeom>
            <a:avLst/>
            <a:gdLst/>
            <a:ahLst/>
            <a:cxnLst/>
            <a:rect l="l" t="t" r="r" b="b"/>
            <a:pathLst>
              <a:path w="14630400" h="1934591" extrusionOk="0">
                <a:moveTo>
                  <a:pt x="0" y="1934591"/>
                </a:moveTo>
                <a:lnTo>
                  <a:pt x="14630400" y="1934591"/>
                </a:lnTo>
                <a:lnTo>
                  <a:pt x="14630400" y="0"/>
                </a:lnTo>
                <a:lnTo>
                  <a:pt x="0" y="0"/>
                </a:lnTo>
                <a:lnTo>
                  <a:pt x="0" y="1934591"/>
                </a:lnTo>
                <a:close/>
              </a:path>
            </a:pathLst>
          </a:custGeom>
          <a:solidFill>
            <a:srgbClr val="3487C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46" name="Google Shape;446;p6"/>
          <p:cNvSpPr/>
          <p:nvPr/>
        </p:nvSpPr>
        <p:spPr>
          <a:xfrm>
            <a:off x="762848" y="2568435"/>
            <a:ext cx="212163" cy="141880"/>
          </a:xfrm>
          <a:custGeom>
            <a:avLst/>
            <a:gdLst/>
            <a:ahLst/>
            <a:cxnLst/>
            <a:rect l="l" t="t" r="r" b="b"/>
            <a:pathLst>
              <a:path w="254596" h="170256" extrusionOk="0">
                <a:moveTo>
                  <a:pt x="254596" y="13995"/>
                </a:moveTo>
                <a:lnTo>
                  <a:pt x="167944" y="85521"/>
                </a:lnTo>
                <a:lnTo>
                  <a:pt x="254596" y="155181"/>
                </a:lnTo>
                <a:lnTo>
                  <a:pt x="254596" y="13995"/>
                </a:lnTo>
                <a:close/>
              </a:path>
              <a:path w="254596" h="170256" extrusionOk="0">
                <a:moveTo>
                  <a:pt x="86766" y="85039"/>
                </a:moveTo>
                <a:lnTo>
                  <a:pt x="0" y="13525"/>
                </a:lnTo>
                <a:lnTo>
                  <a:pt x="0" y="155130"/>
                </a:lnTo>
                <a:lnTo>
                  <a:pt x="86766" y="85039"/>
                </a:lnTo>
                <a:close/>
              </a:path>
              <a:path w="254596" h="170256" extrusionOk="0">
                <a:moveTo>
                  <a:pt x="253250" y="0"/>
                </a:moveTo>
                <a:lnTo>
                  <a:pt x="1358" y="0"/>
                </a:lnTo>
                <a:lnTo>
                  <a:pt x="508" y="304"/>
                </a:lnTo>
                <a:lnTo>
                  <a:pt x="121640" y="100114"/>
                </a:lnTo>
                <a:lnTo>
                  <a:pt x="125336" y="102107"/>
                </a:lnTo>
                <a:lnTo>
                  <a:pt x="129603" y="102107"/>
                </a:lnTo>
                <a:lnTo>
                  <a:pt x="133032" y="100545"/>
                </a:lnTo>
                <a:lnTo>
                  <a:pt x="133731" y="100101"/>
                </a:lnTo>
                <a:lnTo>
                  <a:pt x="138569" y="96075"/>
                </a:lnTo>
                <a:lnTo>
                  <a:pt x="254330" y="546"/>
                </a:lnTo>
                <a:lnTo>
                  <a:pt x="253288" y="0"/>
                </a:lnTo>
                <a:close/>
              </a:path>
              <a:path w="254596" h="170256" extrusionOk="0">
                <a:moveTo>
                  <a:pt x="253263" y="170256"/>
                </a:moveTo>
                <a:lnTo>
                  <a:pt x="254596" y="168694"/>
                </a:lnTo>
                <a:lnTo>
                  <a:pt x="159626" y="92379"/>
                </a:lnTo>
                <a:lnTo>
                  <a:pt x="140385" y="108254"/>
                </a:lnTo>
                <a:lnTo>
                  <a:pt x="136918" y="111086"/>
                </a:lnTo>
                <a:lnTo>
                  <a:pt x="132410" y="112661"/>
                </a:lnTo>
                <a:lnTo>
                  <a:pt x="122897" y="112661"/>
                </a:lnTo>
                <a:lnTo>
                  <a:pt x="118389" y="111112"/>
                </a:lnTo>
                <a:lnTo>
                  <a:pt x="114935" y="108280"/>
                </a:lnTo>
                <a:lnTo>
                  <a:pt x="95059" y="91897"/>
                </a:lnTo>
                <a:lnTo>
                  <a:pt x="0" y="168668"/>
                </a:lnTo>
                <a:lnTo>
                  <a:pt x="1371" y="170256"/>
                </a:lnTo>
                <a:lnTo>
                  <a:pt x="253263" y="170256"/>
                </a:lnTo>
                <a:close/>
              </a:path>
            </a:pathLst>
          </a:custGeom>
          <a:solidFill>
            <a:srgbClr val="3487C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447" name="Google Shape;447;p6"/>
          <p:cNvGrpSpPr/>
          <p:nvPr/>
        </p:nvGrpSpPr>
        <p:grpSpPr>
          <a:xfrm>
            <a:off x="3131281" y="2508951"/>
            <a:ext cx="208313" cy="212989"/>
            <a:chOff x="3579736" y="5052278"/>
            <a:chExt cx="249975" cy="255587"/>
          </a:xfrm>
        </p:grpSpPr>
        <p:sp>
          <p:nvSpPr>
            <p:cNvPr id="448" name="Google Shape;448;p6"/>
            <p:cNvSpPr/>
            <p:nvPr/>
          </p:nvSpPr>
          <p:spPr>
            <a:xfrm>
              <a:off x="3584741" y="5052278"/>
              <a:ext cx="239890" cy="255587"/>
            </a:xfrm>
            <a:custGeom>
              <a:avLst/>
              <a:gdLst/>
              <a:ahLst/>
              <a:cxnLst/>
              <a:rect l="l" t="t" r="r" b="b"/>
              <a:pathLst>
                <a:path w="239890" h="255587" extrusionOk="0">
                  <a:moveTo>
                    <a:pt x="1193" y="175107"/>
                  </a:moveTo>
                  <a:lnTo>
                    <a:pt x="7777" y="189074"/>
                  </a:lnTo>
                  <a:lnTo>
                    <a:pt x="14869" y="200600"/>
                  </a:lnTo>
                  <a:lnTo>
                    <a:pt x="23044" y="211199"/>
                  </a:lnTo>
                  <a:lnTo>
                    <a:pt x="32211" y="220814"/>
                  </a:lnTo>
                  <a:lnTo>
                    <a:pt x="42283" y="229384"/>
                  </a:lnTo>
                  <a:lnTo>
                    <a:pt x="53172" y="236851"/>
                  </a:lnTo>
                  <a:lnTo>
                    <a:pt x="64789" y="243156"/>
                  </a:lnTo>
                  <a:lnTo>
                    <a:pt x="77046" y="248240"/>
                  </a:lnTo>
                  <a:lnTo>
                    <a:pt x="89855" y="252044"/>
                  </a:lnTo>
                  <a:lnTo>
                    <a:pt x="103128" y="254508"/>
                  </a:lnTo>
                  <a:lnTo>
                    <a:pt x="112953" y="255422"/>
                  </a:lnTo>
                  <a:lnTo>
                    <a:pt x="117119" y="255587"/>
                  </a:lnTo>
                  <a:lnTo>
                    <a:pt x="126885" y="255422"/>
                  </a:lnTo>
                  <a:lnTo>
                    <a:pt x="139543" y="254108"/>
                  </a:lnTo>
                  <a:lnTo>
                    <a:pt x="151993" y="251523"/>
                  </a:lnTo>
                  <a:lnTo>
                    <a:pt x="152940" y="220368"/>
                  </a:lnTo>
                  <a:lnTo>
                    <a:pt x="144514" y="229791"/>
                  </a:lnTo>
                  <a:lnTo>
                    <a:pt x="135477" y="236595"/>
                  </a:lnTo>
                  <a:lnTo>
                    <a:pt x="126885" y="240118"/>
                  </a:lnTo>
                  <a:lnTo>
                    <a:pt x="126885" y="180974"/>
                  </a:lnTo>
                  <a:lnTo>
                    <a:pt x="173024" y="180974"/>
                  </a:lnTo>
                  <a:lnTo>
                    <a:pt x="167349" y="195503"/>
                  </a:lnTo>
                  <a:lnTo>
                    <a:pt x="160603" y="208787"/>
                  </a:lnTo>
                  <a:lnTo>
                    <a:pt x="165797" y="225936"/>
                  </a:lnTo>
                  <a:lnTo>
                    <a:pt x="172547" y="215539"/>
                  </a:lnTo>
                  <a:lnTo>
                    <a:pt x="178590" y="204095"/>
                  </a:lnTo>
                  <a:lnTo>
                    <a:pt x="183857" y="191814"/>
                  </a:lnTo>
                  <a:lnTo>
                    <a:pt x="187642" y="180974"/>
                  </a:lnTo>
                  <a:lnTo>
                    <a:pt x="220700" y="180974"/>
                  </a:lnTo>
                  <a:lnTo>
                    <a:pt x="214026" y="192119"/>
                  </a:lnTo>
                  <a:lnTo>
                    <a:pt x="206187" y="202355"/>
                  </a:lnTo>
                  <a:lnTo>
                    <a:pt x="197257" y="211602"/>
                  </a:lnTo>
                  <a:lnTo>
                    <a:pt x="187308" y="219782"/>
                  </a:lnTo>
                  <a:lnTo>
                    <a:pt x="176412" y="226814"/>
                  </a:lnTo>
                  <a:lnTo>
                    <a:pt x="164643" y="232621"/>
                  </a:lnTo>
                  <a:lnTo>
                    <a:pt x="160172" y="234467"/>
                  </a:lnTo>
                  <a:lnTo>
                    <a:pt x="164185" y="247680"/>
                  </a:lnTo>
                  <a:lnTo>
                    <a:pt x="168821" y="245859"/>
                  </a:lnTo>
                  <a:lnTo>
                    <a:pt x="180739" y="240194"/>
                  </a:lnTo>
                  <a:lnTo>
                    <a:pt x="191893" y="233427"/>
                  </a:lnTo>
                  <a:lnTo>
                    <a:pt x="202224" y="225618"/>
                  </a:lnTo>
                  <a:lnTo>
                    <a:pt x="211673" y="216826"/>
                  </a:lnTo>
                  <a:lnTo>
                    <a:pt x="220180" y="207109"/>
                  </a:lnTo>
                  <a:lnTo>
                    <a:pt x="227686" y="196528"/>
                  </a:lnTo>
                  <a:lnTo>
                    <a:pt x="234131" y="185140"/>
                  </a:lnTo>
                  <a:lnTo>
                    <a:pt x="237997" y="176682"/>
                  </a:lnTo>
                  <a:lnTo>
                    <a:pt x="239267" y="173545"/>
                  </a:lnTo>
                  <a:lnTo>
                    <a:pt x="239852" y="171970"/>
                  </a:lnTo>
                  <a:lnTo>
                    <a:pt x="235254" y="173507"/>
                  </a:lnTo>
                  <a:lnTo>
                    <a:pt x="230339" y="174332"/>
                  </a:lnTo>
                  <a:lnTo>
                    <a:pt x="225247" y="174332"/>
                  </a:lnTo>
                  <a:lnTo>
                    <a:pt x="113042" y="180974"/>
                  </a:lnTo>
                  <a:lnTo>
                    <a:pt x="113042" y="239814"/>
                  </a:lnTo>
                  <a:lnTo>
                    <a:pt x="103733" y="235409"/>
                  </a:lnTo>
                  <a:lnTo>
                    <a:pt x="94899" y="228083"/>
                  </a:lnTo>
                  <a:lnTo>
                    <a:pt x="86688" y="218280"/>
                  </a:lnTo>
                  <a:lnTo>
                    <a:pt x="79248" y="206439"/>
                  </a:lnTo>
                  <a:lnTo>
                    <a:pt x="72726" y="193003"/>
                  </a:lnTo>
                  <a:lnTo>
                    <a:pt x="68122" y="180974"/>
                  </a:lnTo>
                  <a:lnTo>
                    <a:pt x="53505" y="180974"/>
                  </a:lnTo>
                  <a:lnTo>
                    <a:pt x="58088" y="193822"/>
                  </a:lnTo>
                  <a:lnTo>
                    <a:pt x="63502" y="206015"/>
                  </a:lnTo>
                  <a:lnTo>
                    <a:pt x="69683" y="217334"/>
                  </a:lnTo>
                  <a:lnTo>
                    <a:pt x="76570" y="227559"/>
                  </a:lnTo>
                  <a:lnTo>
                    <a:pt x="83502" y="235838"/>
                  </a:lnTo>
                  <a:lnTo>
                    <a:pt x="71460" y="230987"/>
                  </a:lnTo>
                  <a:lnTo>
                    <a:pt x="60100" y="224825"/>
                  </a:lnTo>
                  <a:lnTo>
                    <a:pt x="49527" y="217425"/>
                  </a:lnTo>
                  <a:lnTo>
                    <a:pt x="39841" y="208857"/>
                  </a:lnTo>
                  <a:lnTo>
                    <a:pt x="31148" y="199191"/>
                  </a:lnTo>
                  <a:lnTo>
                    <a:pt x="23548" y="188499"/>
                  </a:lnTo>
                  <a:lnTo>
                    <a:pt x="19215" y="180974"/>
                  </a:lnTo>
                  <a:lnTo>
                    <a:pt x="14719" y="174332"/>
                  </a:lnTo>
                  <a:lnTo>
                    <a:pt x="9588" y="174332"/>
                  </a:lnTo>
                  <a:lnTo>
                    <a:pt x="4635" y="173494"/>
                  </a:lnTo>
                  <a:lnTo>
                    <a:pt x="0" y="171932"/>
                  </a:lnTo>
                  <a:lnTo>
                    <a:pt x="1193" y="175107"/>
                  </a:lnTo>
                  <a:close/>
                </a:path>
                <a:path w="239890" h="255587" extrusionOk="0">
                  <a:moveTo>
                    <a:pt x="27555" y="39564"/>
                  </a:moveTo>
                  <a:lnTo>
                    <a:pt x="19134" y="49356"/>
                  </a:lnTo>
                  <a:lnTo>
                    <a:pt x="11779" y="59888"/>
                  </a:lnTo>
                  <a:lnTo>
                    <a:pt x="5529" y="71065"/>
                  </a:lnTo>
                  <a:lnTo>
                    <a:pt x="423" y="82789"/>
                  </a:lnTo>
                  <a:lnTo>
                    <a:pt x="114" y="83616"/>
                  </a:lnTo>
                  <a:lnTo>
                    <a:pt x="4711" y="82080"/>
                  </a:lnTo>
                  <a:lnTo>
                    <a:pt x="9626" y="81254"/>
                  </a:lnTo>
                  <a:lnTo>
                    <a:pt x="225247" y="81254"/>
                  </a:lnTo>
                  <a:lnTo>
                    <a:pt x="174485" y="74764"/>
                  </a:lnTo>
                  <a:lnTo>
                    <a:pt x="126885" y="74764"/>
                  </a:lnTo>
                  <a:lnTo>
                    <a:pt x="113042" y="15379"/>
                  </a:lnTo>
                  <a:lnTo>
                    <a:pt x="113042" y="74764"/>
                  </a:lnTo>
                  <a:lnTo>
                    <a:pt x="66738" y="74764"/>
                  </a:lnTo>
                  <a:lnTo>
                    <a:pt x="60465" y="52466"/>
                  </a:lnTo>
                  <a:lnTo>
                    <a:pt x="55757" y="64343"/>
                  </a:lnTo>
                  <a:lnTo>
                    <a:pt x="52438" y="74764"/>
                  </a:lnTo>
                  <a:lnTo>
                    <a:pt x="19303" y="74764"/>
                  </a:lnTo>
                  <a:lnTo>
                    <a:pt x="25795" y="63870"/>
                  </a:lnTo>
                  <a:lnTo>
                    <a:pt x="33479" y="53734"/>
                  </a:lnTo>
                  <a:lnTo>
                    <a:pt x="27555" y="39564"/>
                  </a:lnTo>
                  <a:close/>
                </a:path>
                <a:path w="239890" h="255587" extrusionOk="0">
                  <a:moveTo>
                    <a:pt x="162462" y="7229"/>
                  </a:moveTo>
                  <a:lnTo>
                    <a:pt x="161632" y="21653"/>
                  </a:lnTo>
                  <a:lnTo>
                    <a:pt x="173355" y="27053"/>
                  </a:lnTo>
                  <a:lnTo>
                    <a:pt x="162462" y="7229"/>
                  </a:lnTo>
                  <a:close/>
                </a:path>
                <a:path w="239890" h="255587" extrusionOk="0">
                  <a:moveTo>
                    <a:pt x="225247" y="81254"/>
                  </a:moveTo>
                  <a:lnTo>
                    <a:pt x="230352" y="81254"/>
                  </a:lnTo>
                  <a:lnTo>
                    <a:pt x="235280" y="82092"/>
                  </a:lnTo>
                  <a:lnTo>
                    <a:pt x="239890" y="83629"/>
                  </a:lnTo>
                  <a:lnTo>
                    <a:pt x="238709" y="80517"/>
                  </a:lnTo>
                  <a:lnTo>
                    <a:pt x="232119" y="66521"/>
                  </a:lnTo>
                  <a:lnTo>
                    <a:pt x="224986" y="54949"/>
                  </a:lnTo>
                  <a:lnTo>
                    <a:pt x="216764" y="44311"/>
                  </a:lnTo>
                  <a:lnTo>
                    <a:pt x="207543" y="34667"/>
                  </a:lnTo>
                  <a:lnTo>
                    <a:pt x="197412" y="26076"/>
                  </a:lnTo>
                  <a:lnTo>
                    <a:pt x="186462" y="18600"/>
                  </a:lnTo>
                  <a:lnTo>
                    <a:pt x="174782" y="12298"/>
                  </a:lnTo>
                  <a:lnTo>
                    <a:pt x="162462" y="7229"/>
                  </a:lnTo>
                  <a:lnTo>
                    <a:pt x="173355" y="27053"/>
                  </a:lnTo>
                  <a:lnTo>
                    <a:pt x="184362" y="33732"/>
                  </a:lnTo>
                  <a:lnTo>
                    <a:pt x="194547" y="41616"/>
                  </a:lnTo>
                  <a:lnTo>
                    <a:pt x="203805" y="50632"/>
                  </a:lnTo>
                  <a:lnTo>
                    <a:pt x="212031" y="60706"/>
                  </a:lnTo>
                  <a:lnTo>
                    <a:pt x="219118" y="71765"/>
                  </a:lnTo>
                  <a:lnTo>
                    <a:pt x="220700" y="74675"/>
                  </a:lnTo>
                  <a:lnTo>
                    <a:pt x="188874" y="74675"/>
                  </a:lnTo>
                  <a:lnTo>
                    <a:pt x="184830" y="62269"/>
                  </a:lnTo>
                  <a:lnTo>
                    <a:pt x="179984" y="50534"/>
                  </a:lnTo>
                  <a:lnTo>
                    <a:pt x="175323" y="41313"/>
                  </a:lnTo>
                  <a:lnTo>
                    <a:pt x="171119" y="33743"/>
                  </a:lnTo>
                  <a:lnTo>
                    <a:pt x="166522" y="27241"/>
                  </a:lnTo>
                  <a:lnTo>
                    <a:pt x="161632" y="21653"/>
                  </a:lnTo>
                  <a:lnTo>
                    <a:pt x="162462" y="7229"/>
                  </a:lnTo>
                  <a:lnTo>
                    <a:pt x="149592" y="3455"/>
                  </a:lnTo>
                  <a:lnTo>
                    <a:pt x="136261" y="1034"/>
                  </a:lnTo>
                  <a:lnTo>
                    <a:pt x="122559" y="26"/>
                  </a:lnTo>
                  <a:lnTo>
                    <a:pt x="119926" y="0"/>
                  </a:lnTo>
                  <a:lnTo>
                    <a:pt x="107170" y="639"/>
                  </a:lnTo>
                  <a:lnTo>
                    <a:pt x="94584" y="2549"/>
                  </a:lnTo>
                  <a:lnTo>
                    <a:pt x="82224" y="5713"/>
                  </a:lnTo>
                  <a:lnTo>
                    <a:pt x="71107" y="9715"/>
                  </a:lnTo>
                  <a:lnTo>
                    <a:pt x="58818" y="15588"/>
                  </a:lnTo>
                  <a:lnTo>
                    <a:pt x="47436" y="22584"/>
                  </a:lnTo>
                  <a:lnTo>
                    <a:pt x="37002" y="30608"/>
                  </a:lnTo>
                  <a:lnTo>
                    <a:pt x="27555" y="39564"/>
                  </a:lnTo>
                  <a:lnTo>
                    <a:pt x="33479" y="53734"/>
                  </a:lnTo>
                  <a:lnTo>
                    <a:pt x="42311" y="44469"/>
                  </a:lnTo>
                  <a:lnTo>
                    <a:pt x="52246" y="36190"/>
                  </a:lnTo>
                  <a:lnTo>
                    <a:pt x="63240" y="29010"/>
                  </a:lnTo>
                  <a:lnTo>
                    <a:pt x="75248" y="23041"/>
                  </a:lnTo>
                  <a:lnTo>
                    <a:pt x="76377" y="22567"/>
                  </a:lnTo>
                  <a:lnTo>
                    <a:pt x="80136" y="21120"/>
                  </a:lnTo>
                  <a:lnTo>
                    <a:pt x="75082" y="26784"/>
                  </a:lnTo>
                  <a:lnTo>
                    <a:pt x="70269" y="33515"/>
                  </a:lnTo>
                  <a:lnTo>
                    <a:pt x="65976" y="41401"/>
                  </a:lnTo>
                  <a:lnTo>
                    <a:pt x="60465" y="52466"/>
                  </a:lnTo>
                  <a:lnTo>
                    <a:pt x="66738" y="74764"/>
                  </a:lnTo>
                  <a:lnTo>
                    <a:pt x="72247" y="59753"/>
                  </a:lnTo>
                  <a:lnTo>
                    <a:pt x="78909" y="46369"/>
                  </a:lnTo>
                  <a:lnTo>
                    <a:pt x="86555" y="34917"/>
                  </a:lnTo>
                  <a:lnTo>
                    <a:pt x="95020" y="25703"/>
                  </a:lnTo>
                  <a:lnTo>
                    <a:pt x="104134" y="19032"/>
                  </a:lnTo>
                  <a:lnTo>
                    <a:pt x="113042" y="15379"/>
                  </a:lnTo>
                  <a:lnTo>
                    <a:pt x="126885" y="74764"/>
                  </a:lnTo>
                  <a:lnTo>
                    <a:pt x="126885" y="15074"/>
                  </a:lnTo>
                  <a:lnTo>
                    <a:pt x="136565" y="18745"/>
                  </a:lnTo>
                  <a:lnTo>
                    <a:pt x="145776" y="25346"/>
                  </a:lnTo>
                  <a:lnTo>
                    <a:pt x="154343" y="34554"/>
                  </a:lnTo>
                  <a:lnTo>
                    <a:pt x="162091" y="46045"/>
                  </a:lnTo>
                  <a:lnTo>
                    <a:pt x="168845" y="59496"/>
                  </a:lnTo>
                  <a:lnTo>
                    <a:pt x="174428" y="74583"/>
                  </a:lnTo>
                  <a:lnTo>
                    <a:pt x="174485" y="74764"/>
                  </a:lnTo>
                  <a:lnTo>
                    <a:pt x="225247" y="81254"/>
                  </a:lnTo>
                  <a:close/>
                </a:path>
                <a:path w="239890" h="255587" extrusionOk="0">
                  <a:moveTo>
                    <a:pt x="225247" y="174332"/>
                  </a:moveTo>
                  <a:lnTo>
                    <a:pt x="14719" y="174332"/>
                  </a:lnTo>
                  <a:lnTo>
                    <a:pt x="19215" y="180974"/>
                  </a:lnTo>
                  <a:lnTo>
                    <a:pt x="113042" y="180974"/>
                  </a:lnTo>
                  <a:lnTo>
                    <a:pt x="225247" y="174332"/>
                  </a:lnTo>
                  <a:close/>
                </a:path>
                <a:path w="239890" h="255587" extrusionOk="0">
                  <a:moveTo>
                    <a:pt x="158407" y="235076"/>
                  </a:moveTo>
                  <a:lnTo>
                    <a:pt x="165797" y="225936"/>
                  </a:lnTo>
                  <a:lnTo>
                    <a:pt x="160603" y="208787"/>
                  </a:lnTo>
                  <a:lnTo>
                    <a:pt x="152940" y="220368"/>
                  </a:lnTo>
                  <a:lnTo>
                    <a:pt x="151993" y="251523"/>
                  </a:lnTo>
                  <a:lnTo>
                    <a:pt x="164185" y="247680"/>
                  </a:lnTo>
                  <a:lnTo>
                    <a:pt x="160172" y="234467"/>
                  </a:lnTo>
                  <a:lnTo>
                    <a:pt x="158407" y="235076"/>
                  </a:lnTo>
                  <a:close/>
                </a:path>
              </a:pathLst>
            </a:custGeom>
            <a:solidFill>
              <a:srgbClr val="3487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 panose="020B0604020202020204"/>
                <a:buNone/>
              </a:pPr>
              <a:endParaRPr sz="1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3579737" y="5156019"/>
              <a:ext cx="249974" cy="54419"/>
            </a:xfrm>
            <a:custGeom>
              <a:avLst/>
              <a:gdLst/>
              <a:ahLst/>
              <a:cxnLst/>
              <a:rect l="l" t="t" r="r" b="b"/>
              <a:pathLst>
                <a:path w="249974" h="54419" extrusionOk="0">
                  <a:moveTo>
                    <a:pt x="249974" y="0"/>
                  </a:moveTo>
                  <a:lnTo>
                    <a:pt x="235788" y="0"/>
                  </a:lnTo>
                  <a:lnTo>
                    <a:pt x="225386" y="35674"/>
                  </a:lnTo>
                  <a:lnTo>
                    <a:pt x="216357" y="0"/>
                  </a:lnTo>
                  <a:lnTo>
                    <a:pt x="202476" y="0"/>
                  </a:lnTo>
                  <a:lnTo>
                    <a:pt x="193090" y="35674"/>
                  </a:lnTo>
                  <a:lnTo>
                    <a:pt x="182905" y="0"/>
                  </a:lnTo>
                  <a:lnTo>
                    <a:pt x="168935" y="0"/>
                  </a:lnTo>
                  <a:lnTo>
                    <a:pt x="186118" y="54419"/>
                  </a:lnTo>
                  <a:lnTo>
                    <a:pt x="200113" y="54419"/>
                  </a:lnTo>
                  <a:lnTo>
                    <a:pt x="209346" y="19418"/>
                  </a:lnTo>
                  <a:lnTo>
                    <a:pt x="218693" y="54419"/>
                  </a:lnTo>
                  <a:lnTo>
                    <a:pt x="232498" y="54419"/>
                  </a:lnTo>
                  <a:lnTo>
                    <a:pt x="249974" y="0"/>
                  </a:lnTo>
                  <a:close/>
                </a:path>
                <a:path w="249974" h="54419" extrusionOk="0">
                  <a:moveTo>
                    <a:pt x="165506" y="0"/>
                  </a:moveTo>
                  <a:lnTo>
                    <a:pt x="151320" y="0"/>
                  </a:lnTo>
                  <a:lnTo>
                    <a:pt x="140919" y="35674"/>
                  </a:lnTo>
                  <a:lnTo>
                    <a:pt x="131889" y="0"/>
                  </a:lnTo>
                  <a:lnTo>
                    <a:pt x="118021" y="0"/>
                  </a:lnTo>
                  <a:lnTo>
                    <a:pt x="108635" y="35674"/>
                  </a:lnTo>
                  <a:lnTo>
                    <a:pt x="98437" y="0"/>
                  </a:lnTo>
                  <a:lnTo>
                    <a:pt x="84467" y="0"/>
                  </a:lnTo>
                  <a:lnTo>
                    <a:pt x="101663" y="54419"/>
                  </a:lnTo>
                  <a:lnTo>
                    <a:pt x="115658" y="54419"/>
                  </a:lnTo>
                  <a:lnTo>
                    <a:pt x="124879" y="19418"/>
                  </a:lnTo>
                  <a:lnTo>
                    <a:pt x="134238" y="54419"/>
                  </a:lnTo>
                  <a:lnTo>
                    <a:pt x="148031" y="54419"/>
                  </a:lnTo>
                  <a:lnTo>
                    <a:pt x="165506" y="0"/>
                  </a:lnTo>
                  <a:close/>
                </a:path>
                <a:path w="249974" h="54419" extrusionOk="0">
                  <a:moveTo>
                    <a:pt x="81051" y="0"/>
                  </a:moveTo>
                  <a:lnTo>
                    <a:pt x="66852" y="0"/>
                  </a:lnTo>
                  <a:lnTo>
                    <a:pt x="56464" y="35674"/>
                  </a:lnTo>
                  <a:lnTo>
                    <a:pt x="47421" y="0"/>
                  </a:lnTo>
                  <a:lnTo>
                    <a:pt x="33553" y="0"/>
                  </a:lnTo>
                  <a:lnTo>
                    <a:pt x="24168" y="35674"/>
                  </a:lnTo>
                  <a:lnTo>
                    <a:pt x="13982" y="0"/>
                  </a:lnTo>
                  <a:lnTo>
                    <a:pt x="0" y="0"/>
                  </a:lnTo>
                  <a:lnTo>
                    <a:pt x="17195" y="54419"/>
                  </a:lnTo>
                  <a:lnTo>
                    <a:pt x="31191" y="54419"/>
                  </a:lnTo>
                  <a:lnTo>
                    <a:pt x="40424" y="19418"/>
                  </a:lnTo>
                  <a:lnTo>
                    <a:pt x="49771" y="54419"/>
                  </a:lnTo>
                  <a:lnTo>
                    <a:pt x="63576" y="54419"/>
                  </a:lnTo>
                  <a:lnTo>
                    <a:pt x="81051" y="0"/>
                  </a:lnTo>
                  <a:close/>
                </a:path>
              </a:pathLst>
            </a:custGeom>
            <a:solidFill>
              <a:srgbClr val="3487C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 panose="020B0604020202020204"/>
                <a:buNone/>
              </a:pPr>
              <a:endParaRPr sz="1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3579736" y="5183231"/>
              <a:ext cx="249974" cy="0"/>
            </a:xfrm>
            <a:custGeom>
              <a:avLst/>
              <a:gdLst/>
              <a:ahLst/>
              <a:cxnLst/>
              <a:rect l="l" t="t" r="r" b="b"/>
              <a:pathLst>
                <a:path w="249974" h="120000" extrusionOk="0">
                  <a:moveTo>
                    <a:pt x="241234" y="0"/>
                  </a:moveTo>
                  <a:lnTo>
                    <a:pt x="227849" y="0"/>
                  </a:lnTo>
                </a:path>
                <a:path w="249974" h="120000" extrusionOk="0">
                  <a:moveTo>
                    <a:pt x="227848" y="0"/>
                  </a:moveTo>
                  <a:lnTo>
                    <a:pt x="241234" y="0"/>
                  </a:lnTo>
                </a:path>
                <a:path w="249974" h="120000" extrusionOk="0">
                  <a:moveTo>
                    <a:pt x="223246" y="0"/>
                  </a:moveTo>
                  <a:lnTo>
                    <a:pt x="211428" y="0"/>
                  </a:lnTo>
                </a:path>
                <a:path w="249974" h="120000" extrusionOk="0">
                  <a:moveTo>
                    <a:pt x="211428" y="0"/>
                  </a:moveTo>
                  <a:lnTo>
                    <a:pt x="223246" y="0"/>
                  </a:lnTo>
                </a:path>
                <a:path w="249974" h="120000" extrusionOk="0">
                  <a:moveTo>
                    <a:pt x="207290" y="0"/>
                  </a:moveTo>
                  <a:lnTo>
                    <a:pt x="195327" y="0"/>
                  </a:lnTo>
                </a:path>
                <a:path w="249974" h="120000" extrusionOk="0">
                  <a:moveTo>
                    <a:pt x="195327" y="0"/>
                  </a:moveTo>
                  <a:lnTo>
                    <a:pt x="207290" y="0"/>
                  </a:lnTo>
                </a:path>
                <a:path w="249974" h="120000" extrusionOk="0">
                  <a:moveTo>
                    <a:pt x="190686" y="0"/>
                  </a:moveTo>
                  <a:lnTo>
                    <a:pt x="177528" y="0"/>
                  </a:lnTo>
                </a:path>
                <a:path w="249974" h="120000" extrusionOk="0">
                  <a:moveTo>
                    <a:pt x="177529" y="0"/>
                  </a:moveTo>
                  <a:lnTo>
                    <a:pt x="190686" y="0"/>
                  </a:lnTo>
                </a:path>
                <a:path w="249974" h="120000" extrusionOk="0">
                  <a:moveTo>
                    <a:pt x="156766" y="0"/>
                  </a:moveTo>
                  <a:lnTo>
                    <a:pt x="143384" y="0"/>
                  </a:lnTo>
                </a:path>
                <a:path w="249974" h="120000" extrusionOk="0">
                  <a:moveTo>
                    <a:pt x="143384" y="0"/>
                  </a:moveTo>
                  <a:lnTo>
                    <a:pt x="156766" y="0"/>
                  </a:lnTo>
                </a:path>
                <a:path w="249974" h="120000" extrusionOk="0">
                  <a:moveTo>
                    <a:pt x="138779" y="0"/>
                  </a:moveTo>
                  <a:lnTo>
                    <a:pt x="126973" y="0"/>
                  </a:lnTo>
                </a:path>
                <a:path w="249974" h="120000" extrusionOk="0">
                  <a:moveTo>
                    <a:pt x="126973" y="0"/>
                  </a:moveTo>
                  <a:lnTo>
                    <a:pt x="138779" y="0"/>
                  </a:lnTo>
                </a:path>
                <a:path w="249974" h="120000" extrusionOk="0">
                  <a:moveTo>
                    <a:pt x="122835" y="0"/>
                  </a:moveTo>
                  <a:lnTo>
                    <a:pt x="110860" y="0"/>
                  </a:lnTo>
                </a:path>
                <a:path w="249974" h="120000" extrusionOk="0">
                  <a:moveTo>
                    <a:pt x="110859" y="0"/>
                  </a:moveTo>
                  <a:lnTo>
                    <a:pt x="122835" y="0"/>
                  </a:lnTo>
                </a:path>
                <a:path w="249974" h="120000" extrusionOk="0">
                  <a:moveTo>
                    <a:pt x="106221" y="0"/>
                  </a:moveTo>
                  <a:lnTo>
                    <a:pt x="93067" y="0"/>
                  </a:lnTo>
                </a:path>
                <a:path w="249974" h="120000" extrusionOk="0">
                  <a:moveTo>
                    <a:pt x="93067" y="0"/>
                  </a:moveTo>
                  <a:lnTo>
                    <a:pt x="106222" y="0"/>
                  </a:lnTo>
                </a:path>
                <a:path w="249974" h="120000" extrusionOk="0">
                  <a:moveTo>
                    <a:pt x="72311" y="0"/>
                  </a:moveTo>
                  <a:lnTo>
                    <a:pt x="58926" y="0"/>
                  </a:lnTo>
                </a:path>
                <a:path w="249974" h="120000" extrusionOk="0">
                  <a:moveTo>
                    <a:pt x="58926" y="0"/>
                  </a:moveTo>
                  <a:lnTo>
                    <a:pt x="72311" y="0"/>
                  </a:lnTo>
                </a:path>
                <a:path w="249974" h="120000" extrusionOk="0">
                  <a:moveTo>
                    <a:pt x="54321" y="0"/>
                  </a:moveTo>
                  <a:lnTo>
                    <a:pt x="42505" y="0"/>
                  </a:lnTo>
                </a:path>
                <a:path w="249974" h="120000" extrusionOk="0">
                  <a:moveTo>
                    <a:pt x="42505" y="0"/>
                  </a:moveTo>
                  <a:lnTo>
                    <a:pt x="54321" y="0"/>
                  </a:lnTo>
                </a:path>
                <a:path w="249974" h="120000" extrusionOk="0">
                  <a:moveTo>
                    <a:pt x="38368" y="0"/>
                  </a:moveTo>
                  <a:lnTo>
                    <a:pt x="26392" y="0"/>
                  </a:lnTo>
                </a:path>
                <a:path w="249974" h="120000" extrusionOk="0">
                  <a:moveTo>
                    <a:pt x="26392" y="0"/>
                  </a:moveTo>
                  <a:lnTo>
                    <a:pt x="38367" y="0"/>
                  </a:lnTo>
                </a:path>
                <a:path w="249974" h="120000" extrusionOk="0">
                  <a:moveTo>
                    <a:pt x="21754" y="0"/>
                  </a:moveTo>
                  <a:lnTo>
                    <a:pt x="8599" y="0"/>
                  </a:lnTo>
                </a:path>
                <a:path w="249974" h="120000" extrusionOk="0">
                  <a:moveTo>
                    <a:pt x="8600" y="0"/>
                  </a:moveTo>
                  <a:lnTo>
                    <a:pt x="21754" y="0"/>
                  </a:lnTo>
                </a:path>
              </a:pathLst>
            </a:custGeom>
            <a:noFill/>
            <a:ln w="55675" cap="flat" cmpd="sng">
              <a:solidFill>
                <a:srgbClr val="348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 panose="020B0604020202020204"/>
                <a:buNone/>
              </a:pPr>
              <a:endParaRPr sz="1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sp>
        <p:nvSpPr>
          <p:cNvPr id="451" name="Google Shape;451;p6"/>
          <p:cNvSpPr txBox="1"/>
          <p:nvPr/>
        </p:nvSpPr>
        <p:spPr>
          <a:xfrm>
            <a:off x="1033921" y="2513992"/>
            <a:ext cx="2053251" cy="2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795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604020202020204"/>
              <a:buNone/>
            </a:pPr>
            <a:r>
              <a:rPr lang="en-IN" sz="1335" b="0" i="0" u="sng" strike="noStrike" cap="none">
                <a:solidFill>
                  <a:srgbClr val="646465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info@aispry.com</a:t>
            </a:r>
            <a:endParaRPr sz="1165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52" name="Google Shape;452;p6"/>
          <p:cNvSpPr txBox="1"/>
          <p:nvPr/>
        </p:nvSpPr>
        <p:spPr>
          <a:xfrm>
            <a:off x="3380123" y="2516090"/>
            <a:ext cx="1244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795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 panose="020B0604020202020204"/>
              <a:buNone/>
            </a:pPr>
            <a:r>
              <a:rPr lang="en-IN" sz="1335" b="0" i="0" u="none" strike="noStrike" cap="none">
                <a:solidFill>
                  <a:srgbClr val="646465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aispry.com</a:t>
            </a:r>
            <a:endParaRPr sz="1335" b="0" i="0" u="none" strike="noStrike" cap="none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53" name="Google Shape;453;p6"/>
          <p:cNvSpPr txBox="1"/>
          <p:nvPr/>
        </p:nvSpPr>
        <p:spPr>
          <a:xfrm>
            <a:off x="747156" y="4273540"/>
            <a:ext cx="4505536" cy="31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795" lvl="0">
              <a:buSzPts val="1000"/>
            </a:pPr>
            <a:r>
              <a:rPr lang="en-IN" sz="10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Malaysia: </a:t>
            </a:r>
            <a:r>
              <a:rPr lang="en-IN" sz="10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Level 16, 1 Sentral, Jalan </a:t>
            </a:r>
            <a:r>
              <a:rPr lang="en-IN" sz="1000" dirty="0" err="1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Stesen</a:t>
            </a:r>
            <a:r>
              <a:rPr lang="en-IN" sz="10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Sentral 5, Kuala Lumpur Sentral,</a:t>
            </a:r>
            <a:endParaRPr lang="en-IN" sz="1000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10795" lvl="0">
              <a:buSzPts val="1000"/>
            </a:pPr>
            <a:r>
              <a:rPr lang="en-IN" sz="10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50470 Kuala Lumpur, Federal Territory of Kuala Lumpur</a:t>
            </a:r>
            <a:endParaRPr sz="1000" b="0" i="0" u="none" strike="noStrike" cap="none" dirty="0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pic>
        <p:nvPicPr>
          <p:cNvPr id="454" name="Google Shape;454;p6" descr="A blue square with white letters on it&#10;&#10;Description automatically generated">
            <a:hlinkClick r:id="rId1"/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07515" y="4360667"/>
            <a:ext cx="664022" cy="6640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/>
          <p:cNvGrpSpPr/>
          <p:nvPr/>
        </p:nvGrpSpPr>
        <p:grpSpPr>
          <a:xfrm>
            <a:off x="2793632" y="5544637"/>
            <a:ext cx="6604736" cy="908235"/>
            <a:chOff x="2793632" y="5544637"/>
            <a:chExt cx="6604736" cy="908235"/>
          </a:xfrm>
        </p:grpSpPr>
        <p:sp>
          <p:nvSpPr>
            <p:cNvPr id="445" name="Google Shape;445;p6"/>
            <p:cNvSpPr txBox="1"/>
            <p:nvPr/>
          </p:nvSpPr>
          <p:spPr>
            <a:xfrm>
              <a:off x="4714254" y="5544637"/>
              <a:ext cx="2743751" cy="148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0795" marR="0" lvl="0" indent="0" algn="l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 panose="020B0604020202020204"/>
                <a:buNone/>
              </a:pPr>
              <a:r>
                <a:rPr lang="en-IN" sz="1000" b="0" i="0" u="none" strike="noStrike" cap="none">
                  <a:solidFill>
                    <a:srgbClr val="FDFDFD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Accreditation to international certiﬁcation bodies</a:t>
              </a:r>
              <a:endParaRPr sz="10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6832198" y="5910577"/>
              <a:ext cx="1206157" cy="542295"/>
            </a:xfrm>
            <a:custGeom>
              <a:avLst/>
              <a:gdLst/>
              <a:ahLst/>
              <a:cxnLst/>
              <a:rect l="l" t="t" r="r" b="b"/>
              <a:pathLst>
                <a:path w="2028697" h="912113" extrusionOk="0">
                  <a:moveTo>
                    <a:pt x="0" y="0"/>
                  </a:moveTo>
                  <a:lnTo>
                    <a:pt x="2028697" y="0"/>
                  </a:lnTo>
                  <a:lnTo>
                    <a:pt x="2028697" y="912113"/>
                  </a:lnTo>
                  <a:lnTo>
                    <a:pt x="0" y="9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127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>
                <a:sym typeface="Tahoma" panose="020B0604030504040204"/>
              </a:endParaRPr>
            </a:p>
          </p:txBody>
        </p:sp>
        <p:pic>
          <p:nvPicPr>
            <p:cNvPr id="475" name="Google Shape;475;p6" descr="FutureSkills Prime - India's Digital Skilling Hub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6955078" y="5952515"/>
              <a:ext cx="948579" cy="457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6"/>
            <p:cNvSpPr/>
            <p:nvPr/>
          </p:nvSpPr>
          <p:spPr>
            <a:xfrm>
              <a:off x="8192211" y="5910577"/>
              <a:ext cx="1206157" cy="542295"/>
            </a:xfrm>
            <a:custGeom>
              <a:avLst/>
              <a:gdLst/>
              <a:ahLst/>
              <a:cxnLst/>
              <a:rect l="l" t="t" r="r" b="b"/>
              <a:pathLst>
                <a:path w="2028698" h="912113" extrusionOk="0">
                  <a:moveTo>
                    <a:pt x="0" y="0"/>
                  </a:moveTo>
                  <a:lnTo>
                    <a:pt x="2028698" y="0"/>
                  </a:lnTo>
                  <a:lnTo>
                    <a:pt x="2028698" y="912113"/>
                  </a:lnTo>
                  <a:lnTo>
                    <a:pt x="0" y="9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127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>
                <a:sym typeface="Tahoma" panose="020B0604030504040204"/>
              </a:endParaRPr>
            </a:p>
          </p:txBody>
        </p:sp>
        <p:pic>
          <p:nvPicPr>
            <p:cNvPr id="478" name="Google Shape;478;p6" descr="D:\Home PC - July - 2020\Works\0 Corporate\Partner Logos\tcs icon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344379" y="6038259"/>
              <a:ext cx="927353" cy="286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6"/>
            <p:cNvSpPr/>
            <p:nvPr/>
          </p:nvSpPr>
          <p:spPr>
            <a:xfrm>
              <a:off x="5472185" y="5910577"/>
              <a:ext cx="1206157" cy="542295"/>
            </a:xfrm>
            <a:custGeom>
              <a:avLst/>
              <a:gdLst/>
              <a:ahLst/>
              <a:cxnLst/>
              <a:rect l="l" t="t" r="r" b="b"/>
              <a:pathLst>
                <a:path w="2028698" h="912113" extrusionOk="0">
                  <a:moveTo>
                    <a:pt x="0" y="0"/>
                  </a:moveTo>
                  <a:lnTo>
                    <a:pt x="2028698" y="0"/>
                  </a:lnTo>
                  <a:lnTo>
                    <a:pt x="2028698" y="912113"/>
                  </a:lnTo>
                  <a:lnTo>
                    <a:pt x="0" y="9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127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>
                <a:sym typeface="Tahoma" panose="020B0604030504040204"/>
              </a:endParaRPr>
            </a:p>
          </p:txBody>
        </p:sp>
        <p:pic>
          <p:nvPicPr>
            <p:cNvPr id="481" name="Google Shape;481;p6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5831956" y="5938435"/>
              <a:ext cx="486593" cy="4865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6"/>
            <p:cNvSpPr/>
            <p:nvPr/>
          </p:nvSpPr>
          <p:spPr>
            <a:xfrm>
              <a:off x="2793632" y="5910577"/>
              <a:ext cx="1206157" cy="542295"/>
            </a:xfrm>
            <a:custGeom>
              <a:avLst/>
              <a:gdLst/>
              <a:ahLst/>
              <a:cxnLst/>
              <a:rect l="l" t="t" r="r" b="b"/>
              <a:pathLst>
                <a:path w="2028697" h="912113" extrusionOk="0">
                  <a:moveTo>
                    <a:pt x="0" y="0"/>
                  </a:moveTo>
                  <a:lnTo>
                    <a:pt x="2028697" y="0"/>
                  </a:lnTo>
                  <a:lnTo>
                    <a:pt x="2028697" y="912113"/>
                  </a:lnTo>
                  <a:lnTo>
                    <a:pt x="0" y="9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127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>
                <a:sym typeface="Tahoma" panose="020B0604030504040204"/>
              </a:endParaRPr>
            </a:p>
          </p:txBody>
        </p:sp>
        <p:pic>
          <p:nvPicPr>
            <p:cNvPr id="484" name="Google Shape;484;p6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2858277" y="6049576"/>
              <a:ext cx="1094723" cy="286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" name="Google Shape;486;p6"/>
            <p:cNvSpPr/>
            <p:nvPr/>
          </p:nvSpPr>
          <p:spPr>
            <a:xfrm>
              <a:off x="4141153" y="5910577"/>
              <a:ext cx="1206157" cy="542295"/>
            </a:xfrm>
            <a:custGeom>
              <a:avLst/>
              <a:gdLst/>
              <a:ahLst/>
              <a:cxnLst/>
              <a:rect l="l" t="t" r="r" b="b"/>
              <a:pathLst>
                <a:path w="2028697" h="912113" extrusionOk="0">
                  <a:moveTo>
                    <a:pt x="0" y="0"/>
                  </a:moveTo>
                  <a:lnTo>
                    <a:pt x="2028697" y="0"/>
                  </a:lnTo>
                  <a:lnTo>
                    <a:pt x="2028697" y="912113"/>
                  </a:lnTo>
                  <a:lnTo>
                    <a:pt x="0" y="912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127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>
                <a:sym typeface="Tahoma" panose="020B0604030504040204"/>
              </a:endParaRPr>
            </a:p>
          </p:txBody>
        </p:sp>
        <p:pic>
          <p:nvPicPr>
            <p:cNvPr id="487" name="Google Shape;487;p6" descr="A close up of a logo&#10;&#10;Description automatically generated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4215333" y="6038258"/>
              <a:ext cx="1093029" cy="29162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8" name="Google Shape;488;p6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839835" y="1425464"/>
            <a:ext cx="4927533" cy="269815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6"/>
          <p:cNvSpPr txBox="1"/>
          <p:nvPr/>
        </p:nvSpPr>
        <p:spPr>
          <a:xfrm>
            <a:off x="7113335" y="4273540"/>
            <a:ext cx="4935358" cy="50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42620" marR="653415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IN" sz="1000" b="0" i="0" u="none" strike="noStrike" cap="none">
                <a:solidFill>
                  <a:srgbClr val="65656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AiSPRY has a global footprint in countries such as</a:t>
            </a:r>
            <a:endParaRPr sz="1000" b="0" i="0" u="none" strike="noStrike" cap="none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0" marR="0" lvl="0" indent="0" algn="ctr" rtl="0">
              <a:lnSpc>
                <a:spcPct val="101000"/>
              </a:lnSpc>
              <a:spcBef>
                <a:spcPts val="48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IN" sz="1000" b="0" i="0" u="none" strike="noStrike" cap="none">
                <a:solidFill>
                  <a:srgbClr val="65656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India  </a:t>
            </a:r>
            <a:r>
              <a:rPr lang="en-IN" sz="1000" b="0" i="0" u="none" strike="noStrike" cap="none">
                <a:solidFill>
                  <a:srgbClr val="0070C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|</a:t>
            </a:r>
            <a:r>
              <a:rPr lang="en-IN" sz="1000" b="0" i="0" u="none" strike="noStrike" cap="none">
                <a:solidFill>
                  <a:srgbClr val="65656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 Malaysia </a:t>
            </a:r>
            <a:r>
              <a:rPr lang="en-IN" sz="1000" b="0" i="0" u="none" strike="noStrike" cap="none">
                <a:solidFill>
                  <a:srgbClr val="0070C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|  </a:t>
            </a:r>
            <a:r>
              <a:rPr lang="en-IN" sz="1000" b="0" i="0" u="none" strike="noStrike" cap="none">
                <a:solidFill>
                  <a:srgbClr val="65656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USA </a:t>
            </a:r>
            <a:r>
              <a:rPr lang="en-IN" sz="1000" b="0" i="0" u="none" strike="noStrike" cap="none">
                <a:solidFill>
                  <a:srgbClr val="0070C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|  </a:t>
            </a:r>
            <a:r>
              <a:rPr lang="en-IN" sz="1000" b="0" i="0" u="none" strike="noStrike" cap="none">
                <a:solidFill>
                  <a:srgbClr val="65656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UK  </a:t>
            </a:r>
            <a:r>
              <a:rPr lang="en-IN" sz="1000" b="0" i="0" u="none" strike="noStrike" cap="none">
                <a:solidFill>
                  <a:srgbClr val="0070C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|  </a:t>
            </a:r>
            <a:r>
              <a:rPr lang="en-IN" sz="1000" b="0" i="0" u="none" strike="noStrike" cap="none">
                <a:solidFill>
                  <a:srgbClr val="656566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Australia</a:t>
            </a:r>
            <a:endParaRPr sz="1000" b="0" i="0" u="none" strike="noStrike" cap="none">
              <a:solidFill>
                <a:schemeClr val="dk1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pic>
        <p:nvPicPr>
          <p:cNvPr id="490" name="Google Shape;490;p6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38678" y="425099"/>
            <a:ext cx="1937537" cy="968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6" descr="A qr code with a logo&#10;&#10;Description automatically generated">
            <a:hlinkClick r:id="rId10"/>
          </p:cNvPr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5648097" y="3038601"/>
            <a:ext cx="1253952" cy="1253952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" grpId="0"/>
      <p:bldP spid="48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11221</Words>
  <Application>WPS Presentation</Application>
  <PresentationFormat>Widescreen</PresentationFormat>
  <Paragraphs>403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SimSun</vt:lpstr>
      <vt:lpstr>Wingdings</vt:lpstr>
      <vt:lpstr>Arial</vt:lpstr>
      <vt:lpstr>Tahoma</vt:lpstr>
      <vt:lpstr>Georgia</vt:lpstr>
      <vt:lpstr>Tahoma</vt:lpstr>
      <vt:lpstr>Calibri</vt:lpstr>
      <vt:lpstr>Helvetica Neue</vt:lpstr>
      <vt:lpstr>Arial Bold</vt:lpstr>
      <vt:lpstr>Arial Regular</vt:lpstr>
      <vt:lpstr>Barlow</vt:lpstr>
      <vt:lpstr>Thonburi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Customer Overview</vt:lpstr>
      <vt:lpstr>Embryo Day 3 &amp; 4(Images)</vt:lpstr>
      <vt:lpstr>Embryo Classification</vt:lpstr>
      <vt:lpstr>Which of the pre-trained model effective?</vt:lpstr>
      <vt:lpstr>Business Understanding</vt:lpstr>
      <vt:lpstr>Project Team</vt:lpstr>
      <vt:lpstr>Research Work</vt:lpstr>
      <vt:lpstr>High Level Design Document</vt:lpstr>
      <vt:lpstr>Decision Analysis and Resolution (DAR)</vt:lpstr>
      <vt:lpstr>Low Level Design Document</vt:lpstr>
      <vt:lpstr>Data Understanding	</vt:lpstr>
      <vt:lpstr>Data Preparation</vt:lpstr>
      <vt:lpstr>Model Selection - DAR</vt:lpstr>
      <vt:lpstr>Evaluation</vt:lpstr>
      <vt:lpstr>Deployment</vt:lpstr>
      <vt:lpstr>Monitoring and Maintenance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</dc:creator>
  <cp:lastModifiedBy>acelogeanbueno</cp:lastModifiedBy>
  <cp:revision>183</cp:revision>
  <dcterms:created xsi:type="dcterms:W3CDTF">2025-10-28T07:43:08Z</dcterms:created>
  <dcterms:modified xsi:type="dcterms:W3CDTF">2025-10-28T07:43:08Z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C875BC975FE249B18511892C38B49461_13</vt:lpwstr>
  </property>
  <property fmtid="{D5CDD505-2E9C-101B-9397-08002B2CF9AE}" pid="3" name="KSOProductBuildVer">
    <vt:lpwstr>1033-5.0.0.7908</vt:lpwstr>
  </property>
</Properties>
</file>